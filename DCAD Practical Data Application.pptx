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4"/>
  </p:notesMasterIdLst>
  <p:handoutMasterIdLst>
    <p:handoutMasterId r:id="rId25"/>
  </p:handoutMasterIdLst>
  <p:sldIdLst>
    <p:sldId id="314" r:id="rId5"/>
    <p:sldId id="315" r:id="rId6"/>
    <p:sldId id="316" r:id="rId7"/>
    <p:sldId id="317" r:id="rId8"/>
    <p:sldId id="318" r:id="rId9"/>
    <p:sldId id="319" r:id="rId10"/>
    <p:sldId id="326" r:id="rId11"/>
    <p:sldId id="320" r:id="rId12"/>
    <p:sldId id="321" r:id="rId13"/>
    <p:sldId id="327" r:id="rId14"/>
    <p:sldId id="328" r:id="rId15"/>
    <p:sldId id="329" r:id="rId16"/>
    <p:sldId id="330" r:id="rId17"/>
    <p:sldId id="331" r:id="rId18"/>
    <p:sldId id="334" r:id="rId19"/>
    <p:sldId id="333" r:id="rId20"/>
    <p:sldId id="335" r:id="rId21"/>
    <p:sldId id="336" r:id="rId22"/>
    <p:sldId id="30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4" d="100"/>
          <a:sy n="74" d="100"/>
        </p:scale>
        <p:origin x="1176" y="294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hyperlink" Target="Data/StatisticalReporting/USPAP_2024_2024-08-21.html" TargetMode="External"/><Relationship Id="rId3" Type="http://schemas.openxmlformats.org/officeDocument/2006/relationships/hyperlink" Target="https://comptroller.texas.gov/auto-data/PT2/ratio-study/2024/0570000001A.php" TargetMode="External"/><Relationship Id="rId7" Type="http://schemas.openxmlformats.org/officeDocument/2006/relationships/hyperlink" Target="Data/AuditVerificationDallasISD/DALLAS-ISD-EVR-62025.pdf" TargetMode="External"/><Relationship Id="rId2" Type="http://schemas.openxmlformats.org/officeDocument/2006/relationships/hyperlink" Target="https://comptroller.texas.gov/auto-data/PT2/PVS/2024F/057index.php" TargetMode="External"/><Relationship Id="rId1" Type="http://schemas.openxmlformats.org/officeDocument/2006/relationships/hyperlink" Target="https://comptroller.texas.gov/taxes/property-tax/docs/96-1051.pdf" TargetMode="External"/><Relationship Id="rId6" Type="http://schemas.openxmlformats.org/officeDocument/2006/relationships/hyperlink" Target="Data/AdHocReportExample/home_ownership_age.xlsx" TargetMode="External"/><Relationship Id="rId5" Type="http://schemas.openxmlformats.org/officeDocument/2006/relationships/hyperlink" Target="https://dallascad.org/staff" TargetMode="External"/><Relationship Id="rId4" Type="http://schemas.openxmlformats.org/officeDocument/2006/relationships/hyperlink" Target="https://comptroller.texas.gov/taxes/property-tax/map/2023/dallas-2023.pdf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hyperlink" Target="Data/StatisticalReporting/USPAP_2024_2024-08-21.html" TargetMode="External"/><Relationship Id="rId3" Type="http://schemas.openxmlformats.org/officeDocument/2006/relationships/hyperlink" Target="https://comptroller.texas.gov/auto-data/PT2/ratio-study/2024/0570000001A.php" TargetMode="External"/><Relationship Id="rId7" Type="http://schemas.openxmlformats.org/officeDocument/2006/relationships/hyperlink" Target="Data/AdHocReportExample/home_ownership_age.xlsx" TargetMode="External"/><Relationship Id="rId2" Type="http://schemas.openxmlformats.org/officeDocument/2006/relationships/hyperlink" Target="https://comptroller.texas.gov/auto-data/PT2/PVS/2024F/057index.php" TargetMode="External"/><Relationship Id="rId1" Type="http://schemas.openxmlformats.org/officeDocument/2006/relationships/hyperlink" Target="https://comptroller.texas.gov/taxes/property-tax/docs/96-1051.pdf" TargetMode="External"/><Relationship Id="rId6" Type="http://schemas.openxmlformats.org/officeDocument/2006/relationships/hyperlink" Target="https://dallascad.org/staff" TargetMode="External"/><Relationship Id="rId5" Type="http://schemas.openxmlformats.org/officeDocument/2006/relationships/hyperlink" Target="Data/AuditVerificationDallasISD/DALLAS-ISD-EVR-62025.pdf" TargetMode="External"/><Relationship Id="rId4" Type="http://schemas.openxmlformats.org/officeDocument/2006/relationships/hyperlink" Target="https://comptroller.texas.gov/taxes/property-tax/map/2023/dallas-2023.pdf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9EC809-CD8A-485C-AF57-E0D30EE888BA}" type="doc">
      <dgm:prSet loTypeId="urn:microsoft.com/office/officeart/2005/8/layout/h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DEDF193-19FD-4C85-9EB3-67FBF613BE6B}">
      <dgm:prSet/>
      <dgm:spPr/>
      <dgm:t>
        <a:bodyPr/>
        <a:lstStyle/>
        <a:p>
          <a:r>
            <a:rPr lang="en-US" sz="1400" dirty="0"/>
            <a:t>Education</a:t>
          </a:r>
        </a:p>
      </dgm:t>
    </dgm:pt>
    <dgm:pt modelId="{8B1FA7D7-8943-4B5B-8724-42ABADE72F4B}" type="parTrans" cxnId="{8612DB68-EFA6-43D8-8CBB-5A8364633131}">
      <dgm:prSet/>
      <dgm:spPr/>
      <dgm:t>
        <a:bodyPr/>
        <a:lstStyle/>
        <a:p>
          <a:endParaRPr lang="en-US"/>
        </a:p>
      </dgm:t>
    </dgm:pt>
    <dgm:pt modelId="{EF8809BC-1AEA-48A4-B742-9A651DA987CC}" type="sibTrans" cxnId="{8612DB68-EFA6-43D8-8CBB-5A8364633131}">
      <dgm:prSet/>
      <dgm:spPr/>
      <dgm:t>
        <a:bodyPr/>
        <a:lstStyle/>
        <a:p>
          <a:endParaRPr lang="en-US"/>
        </a:p>
      </dgm:t>
    </dgm:pt>
    <dgm:pt modelId="{BD80589F-6FBF-4183-93C2-1F3F0C59F586}">
      <dgm:prSet custT="1"/>
      <dgm:spPr/>
      <dgm:t>
        <a:bodyPr/>
        <a:lstStyle/>
        <a:p>
          <a:r>
            <a:rPr lang="en-US" sz="1800" i="1" dirty="0"/>
            <a:t>Stephen F. Austin State University</a:t>
          </a:r>
          <a:endParaRPr lang="en-US" sz="1800" dirty="0"/>
        </a:p>
      </dgm:t>
    </dgm:pt>
    <dgm:pt modelId="{478DEE4A-BA4C-4ED8-8DB0-9817D6DFAB22}" type="parTrans" cxnId="{19D889B2-5AAA-4F6C-9BB8-8A9A83FFF87F}">
      <dgm:prSet/>
      <dgm:spPr/>
      <dgm:t>
        <a:bodyPr/>
        <a:lstStyle/>
        <a:p>
          <a:endParaRPr lang="en-US"/>
        </a:p>
      </dgm:t>
    </dgm:pt>
    <dgm:pt modelId="{33F24856-9A5F-4427-9A8F-5B25FF4516A5}" type="sibTrans" cxnId="{19D889B2-5AAA-4F6C-9BB8-8A9A83FFF87F}">
      <dgm:prSet/>
      <dgm:spPr/>
      <dgm:t>
        <a:bodyPr/>
        <a:lstStyle/>
        <a:p>
          <a:endParaRPr lang="en-US"/>
        </a:p>
      </dgm:t>
    </dgm:pt>
    <dgm:pt modelId="{CED6865F-E44A-4515-99CF-1DEE6768E14C}">
      <dgm:prSet custT="1"/>
      <dgm:spPr/>
      <dgm:t>
        <a:bodyPr/>
        <a:lstStyle/>
        <a:p>
          <a:r>
            <a:rPr lang="en-US" sz="1800" dirty="0"/>
            <a:t>MS Environmental Science</a:t>
          </a:r>
        </a:p>
      </dgm:t>
    </dgm:pt>
    <dgm:pt modelId="{B87DCBD0-CC29-47FA-9EB4-2DEFC6A843B7}" type="parTrans" cxnId="{ADA14A4A-971A-469D-BC59-56E13D0B40EC}">
      <dgm:prSet/>
      <dgm:spPr/>
      <dgm:t>
        <a:bodyPr/>
        <a:lstStyle/>
        <a:p>
          <a:endParaRPr lang="en-US"/>
        </a:p>
      </dgm:t>
    </dgm:pt>
    <dgm:pt modelId="{318BC005-F445-4577-916C-4A02BBE8829F}" type="sibTrans" cxnId="{ADA14A4A-971A-469D-BC59-56E13D0B40EC}">
      <dgm:prSet/>
      <dgm:spPr/>
      <dgm:t>
        <a:bodyPr/>
        <a:lstStyle/>
        <a:p>
          <a:endParaRPr lang="en-US"/>
        </a:p>
      </dgm:t>
    </dgm:pt>
    <dgm:pt modelId="{8319CE0D-6937-4A95-B223-C038C8A3F877}">
      <dgm:prSet custT="1"/>
      <dgm:spPr/>
      <dgm:t>
        <a:bodyPr/>
        <a:lstStyle/>
        <a:p>
          <a:r>
            <a:rPr lang="en-US" sz="1800" i="1" dirty="0"/>
            <a:t>University of Illinois Chicago</a:t>
          </a:r>
          <a:endParaRPr lang="en-US" sz="1800" dirty="0"/>
        </a:p>
      </dgm:t>
    </dgm:pt>
    <dgm:pt modelId="{25434D36-B5B8-4CB2-BBFB-4E9E7B9E2157}" type="parTrans" cxnId="{7442817B-BA15-4C8B-8810-4A6613FCDF19}">
      <dgm:prSet/>
      <dgm:spPr/>
      <dgm:t>
        <a:bodyPr/>
        <a:lstStyle/>
        <a:p>
          <a:endParaRPr lang="en-US"/>
        </a:p>
      </dgm:t>
    </dgm:pt>
    <dgm:pt modelId="{54F7BBD6-C61C-4F58-BF0D-1F95357D6160}" type="sibTrans" cxnId="{7442817B-BA15-4C8B-8810-4A6613FCDF19}">
      <dgm:prSet/>
      <dgm:spPr/>
      <dgm:t>
        <a:bodyPr/>
        <a:lstStyle/>
        <a:p>
          <a:endParaRPr lang="en-US"/>
        </a:p>
      </dgm:t>
    </dgm:pt>
    <dgm:pt modelId="{45F70264-56B4-49B7-B656-9F3495FD0B9A}">
      <dgm:prSet custT="1"/>
      <dgm:spPr/>
      <dgm:t>
        <a:bodyPr/>
        <a:lstStyle/>
        <a:p>
          <a:r>
            <a:rPr lang="en-US" sz="1800" dirty="0"/>
            <a:t>BS Chemistry</a:t>
          </a:r>
        </a:p>
      </dgm:t>
    </dgm:pt>
    <dgm:pt modelId="{0FEA08B9-7979-4B77-ABB6-964FF35D2411}" type="parTrans" cxnId="{B508C3C8-04F8-49C0-B51F-807E6A30037D}">
      <dgm:prSet/>
      <dgm:spPr/>
      <dgm:t>
        <a:bodyPr/>
        <a:lstStyle/>
        <a:p>
          <a:endParaRPr lang="en-US"/>
        </a:p>
      </dgm:t>
    </dgm:pt>
    <dgm:pt modelId="{90983B68-85D1-4D84-9134-370C83F818A2}" type="sibTrans" cxnId="{B508C3C8-04F8-49C0-B51F-807E6A30037D}">
      <dgm:prSet/>
      <dgm:spPr/>
      <dgm:t>
        <a:bodyPr/>
        <a:lstStyle/>
        <a:p>
          <a:endParaRPr lang="en-US"/>
        </a:p>
      </dgm:t>
    </dgm:pt>
    <dgm:pt modelId="{45C293E0-EBCB-4226-A2AC-D8EA9843582D}">
      <dgm:prSet/>
      <dgm:spPr/>
      <dgm:t>
        <a:bodyPr/>
        <a:lstStyle/>
        <a:p>
          <a:r>
            <a:rPr lang="en-US" dirty="0"/>
            <a:t>Career</a:t>
          </a:r>
        </a:p>
      </dgm:t>
    </dgm:pt>
    <dgm:pt modelId="{F18A5F22-4AEE-4DA6-B0D7-D19026B45B8B}" type="parTrans" cxnId="{5AB0C30A-00D3-4140-ABF8-A7934A1947D7}">
      <dgm:prSet/>
      <dgm:spPr/>
      <dgm:t>
        <a:bodyPr/>
        <a:lstStyle/>
        <a:p>
          <a:endParaRPr lang="en-US"/>
        </a:p>
      </dgm:t>
    </dgm:pt>
    <dgm:pt modelId="{DBF46329-034A-4034-8D92-C3C165F8C781}" type="sibTrans" cxnId="{5AB0C30A-00D3-4140-ABF8-A7934A1947D7}">
      <dgm:prSet/>
      <dgm:spPr/>
      <dgm:t>
        <a:bodyPr/>
        <a:lstStyle/>
        <a:p>
          <a:endParaRPr lang="en-US"/>
        </a:p>
      </dgm:t>
    </dgm:pt>
    <dgm:pt modelId="{7B137C8E-9DC2-4052-AE89-72F1C7A889AF}">
      <dgm:prSet/>
      <dgm:spPr/>
      <dgm:t>
        <a:bodyPr/>
        <a:lstStyle/>
        <a:p>
          <a:r>
            <a:rPr lang="en-US" dirty="0"/>
            <a:t>Dallas CAD (12 yrs)</a:t>
          </a:r>
        </a:p>
      </dgm:t>
    </dgm:pt>
    <dgm:pt modelId="{C695132D-0F89-4CEF-9ECE-E419986E6566}" type="parTrans" cxnId="{2A377F62-A3B4-4AB2-88C1-ADD72117AFC4}">
      <dgm:prSet/>
      <dgm:spPr/>
      <dgm:t>
        <a:bodyPr/>
        <a:lstStyle/>
        <a:p>
          <a:endParaRPr lang="en-US"/>
        </a:p>
      </dgm:t>
    </dgm:pt>
    <dgm:pt modelId="{1A9D350F-5F34-46E8-A560-2C80AC5C50D5}" type="sibTrans" cxnId="{2A377F62-A3B4-4AB2-88C1-ADD72117AFC4}">
      <dgm:prSet/>
      <dgm:spPr/>
      <dgm:t>
        <a:bodyPr/>
        <a:lstStyle/>
        <a:p>
          <a:endParaRPr lang="en-US"/>
        </a:p>
      </dgm:t>
    </dgm:pt>
    <dgm:pt modelId="{7E41B90F-F0AF-4175-9BC7-AD61BE0845EB}">
      <dgm:prSet/>
      <dgm:spPr/>
      <dgm:t>
        <a:bodyPr/>
        <a:lstStyle/>
        <a:p>
          <a:r>
            <a:rPr lang="en-US" dirty="0"/>
            <a:t>GIS Department:</a:t>
          </a:r>
        </a:p>
      </dgm:t>
    </dgm:pt>
    <dgm:pt modelId="{8576E0FB-C4C4-4B96-8129-8EDB650055CD}" type="parTrans" cxnId="{7F44CEE5-C8D5-4060-8DE5-934AC20B0119}">
      <dgm:prSet/>
      <dgm:spPr/>
      <dgm:t>
        <a:bodyPr/>
        <a:lstStyle/>
        <a:p>
          <a:endParaRPr lang="en-US"/>
        </a:p>
      </dgm:t>
    </dgm:pt>
    <dgm:pt modelId="{23BAA781-BF39-410F-AC01-69D3658380FB}" type="sibTrans" cxnId="{7F44CEE5-C8D5-4060-8DE5-934AC20B0119}">
      <dgm:prSet/>
      <dgm:spPr/>
      <dgm:t>
        <a:bodyPr/>
        <a:lstStyle/>
        <a:p>
          <a:endParaRPr lang="en-US"/>
        </a:p>
      </dgm:t>
    </dgm:pt>
    <dgm:pt modelId="{C371D48F-38FD-48E4-AE3D-5B177069C18E}">
      <dgm:prSet/>
      <dgm:spPr/>
      <dgm:t>
        <a:bodyPr/>
        <a:lstStyle/>
        <a:p>
          <a:r>
            <a:rPr lang="en-US" dirty="0"/>
            <a:t>Specialist</a:t>
          </a:r>
        </a:p>
      </dgm:t>
    </dgm:pt>
    <dgm:pt modelId="{B3CC3AE6-8950-4D3F-98EE-444A7F2DE186}" type="parTrans" cxnId="{EF95DA9B-D75F-4F08-816A-B82469BEE433}">
      <dgm:prSet/>
      <dgm:spPr/>
      <dgm:t>
        <a:bodyPr/>
        <a:lstStyle/>
        <a:p>
          <a:endParaRPr lang="en-US"/>
        </a:p>
      </dgm:t>
    </dgm:pt>
    <dgm:pt modelId="{7726405F-41FB-4521-9D84-EAA43959819A}" type="sibTrans" cxnId="{EF95DA9B-D75F-4F08-816A-B82469BEE433}">
      <dgm:prSet/>
      <dgm:spPr/>
      <dgm:t>
        <a:bodyPr/>
        <a:lstStyle/>
        <a:p>
          <a:endParaRPr lang="en-US"/>
        </a:p>
      </dgm:t>
    </dgm:pt>
    <dgm:pt modelId="{C8171373-F9AC-4490-99F3-4E9929BB17EA}">
      <dgm:prSet/>
      <dgm:spPr/>
      <dgm:t>
        <a:bodyPr/>
        <a:lstStyle/>
        <a:p>
          <a:r>
            <a:rPr lang="en-US" dirty="0"/>
            <a:t>Nacogdoches CAD (3 yrs)</a:t>
          </a:r>
        </a:p>
      </dgm:t>
    </dgm:pt>
    <dgm:pt modelId="{60540AAF-C8E8-4A42-B39F-A08C3157F908}" type="parTrans" cxnId="{5FDB628D-667E-4F49-9F5B-093D994E7EA1}">
      <dgm:prSet/>
      <dgm:spPr/>
      <dgm:t>
        <a:bodyPr/>
        <a:lstStyle/>
        <a:p>
          <a:endParaRPr lang="en-US"/>
        </a:p>
      </dgm:t>
    </dgm:pt>
    <dgm:pt modelId="{C9CF95E3-1103-4233-ADBE-C3DC5089F08B}" type="sibTrans" cxnId="{5FDB628D-667E-4F49-9F5B-093D994E7EA1}">
      <dgm:prSet/>
      <dgm:spPr/>
      <dgm:t>
        <a:bodyPr/>
        <a:lstStyle/>
        <a:p>
          <a:endParaRPr lang="en-US"/>
        </a:p>
      </dgm:t>
    </dgm:pt>
    <dgm:pt modelId="{DF323533-2DA0-4988-B8BB-1FB988E04AE2}">
      <dgm:prSet/>
      <dgm:spPr/>
      <dgm:t>
        <a:bodyPr/>
        <a:lstStyle/>
        <a:p>
          <a:r>
            <a:rPr lang="en-US" dirty="0"/>
            <a:t>Deed / Map Clerk</a:t>
          </a:r>
        </a:p>
      </dgm:t>
    </dgm:pt>
    <dgm:pt modelId="{1C0D9655-D4BC-4B5B-A26E-555923BAB15F}" type="parTrans" cxnId="{BE4E7011-7880-4913-8FF3-1871D8581E13}">
      <dgm:prSet/>
      <dgm:spPr/>
      <dgm:t>
        <a:bodyPr/>
        <a:lstStyle/>
        <a:p>
          <a:endParaRPr lang="en-US"/>
        </a:p>
      </dgm:t>
    </dgm:pt>
    <dgm:pt modelId="{5CFAC0E1-C8A3-4258-8059-3313786EABAE}" type="sibTrans" cxnId="{BE4E7011-7880-4913-8FF3-1871D8581E13}">
      <dgm:prSet/>
      <dgm:spPr/>
      <dgm:t>
        <a:bodyPr/>
        <a:lstStyle/>
        <a:p>
          <a:endParaRPr lang="en-US"/>
        </a:p>
      </dgm:t>
    </dgm:pt>
    <dgm:pt modelId="{D274F4D3-146F-427F-9D8E-54DEDEA80663}">
      <dgm:prSet custT="1"/>
      <dgm:spPr/>
      <dgm:t>
        <a:bodyPr/>
        <a:lstStyle/>
        <a:p>
          <a:r>
            <a:rPr lang="en-US" sz="1800" dirty="0"/>
            <a:t>Dallas College (CE’s 2018)</a:t>
          </a:r>
        </a:p>
      </dgm:t>
    </dgm:pt>
    <dgm:pt modelId="{CE37CBB0-71C5-47AF-A543-D54A44DA7184}" type="parTrans" cxnId="{FD58D4D9-3FB6-48C1-A40D-D9A92B7BCC7A}">
      <dgm:prSet/>
      <dgm:spPr/>
      <dgm:t>
        <a:bodyPr/>
        <a:lstStyle/>
        <a:p>
          <a:endParaRPr lang="en-US"/>
        </a:p>
      </dgm:t>
    </dgm:pt>
    <dgm:pt modelId="{6FB3AACB-8D9B-4FD2-9D23-3B0C92C37E11}" type="sibTrans" cxnId="{FD58D4D9-3FB6-48C1-A40D-D9A92B7BCC7A}">
      <dgm:prSet/>
      <dgm:spPr/>
      <dgm:t>
        <a:bodyPr/>
        <a:lstStyle/>
        <a:p>
          <a:endParaRPr lang="en-US"/>
        </a:p>
      </dgm:t>
    </dgm:pt>
    <dgm:pt modelId="{DB5E6DED-C5E7-4AF9-8593-2565B11FC89E}">
      <dgm:prSet custT="1"/>
      <dgm:spPr/>
      <dgm:t>
        <a:bodyPr/>
        <a:lstStyle/>
        <a:p>
          <a:r>
            <a:rPr lang="en-US" sz="1800" dirty="0"/>
            <a:t>SQL</a:t>
          </a:r>
        </a:p>
      </dgm:t>
    </dgm:pt>
    <dgm:pt modelId="{FD30209F-03CA-4D86-8E26-BDEF293757BB}" type="parTrans" cxnId="{AD9A65BE-2916-4D0A-BC16-C2131D28C594}">
      <dgm:prSet/>
      <dgm:spPr/>
      <dgm:t>
        <a:bodyPr/>
        <a:lstStyle/>
        <a:p>
          <a:endParaRPr lang="en-US"/>
        </a:p>
      </dgm:t>
    </dgm:pt>
    <dgm:pt modelId="{ECD277C2-04BC-423D-9CD9-7FA8B57A6D7C}" type="sibTrans" cxnId="{AD9A65BE-2916-4D0A-BC16-C2131D28C594}">
      <dgm:prSet/>
      <dgm:spPr/>
      <dgm:t>
        <a:bodyPr/>
        <a:lstStyle/>
        <a:p>
          <a:endParaRPr lang="en-US"/>
        </a:p>
      </dgm:t>
    </dgm:pt>
    <dgm:pt modelId="{E1B9867F-80D9-4E63-80B9-A422713B41DB}">
      <dgm:prSet custT="1"/>
      <dgm:spPr/>
      <dgm:t>
        <a:bodyPr/>
        <a:lstStyle/>
        <a:p>
          <a:r>
            <a:rPr lang="en-US" sz="1800" dirty="0"/>
            <a:t>C#</a:t>
          </a:r>
        </a:p>
      </dgm:t>
    </dgm:pt>
    <dgm:pt modelId="{2B556999-0F06-410C-A275-6FB36AA8EC7A}" type="parTrans" cxnId="{B8CAEC70-79C6-4F3D-97E4-86B33C653F82}">
      <dgm:prSet/>
      <dgm:spPr/>
      <dgm:t>
        <a:bodyPr/>
        <a:lstStyle/>
        <a:p>
          <a:endParaRPr lang="en-US"/>
        </a:p>
      </dgm:t>
    </dgm:pt>
    <dgm:pt modelId="{FDCBF250-B297-4700-AC6E-252D37D63D88}" type="sibTrans" cxnId="{B8CAEC70-79C6-4F3D-97E4-86B33C653F82}">
      <dgm:prSet/>
      <dgm:spPr/>
      <dgm:t>
        <a:bodyPr/>
        <a:lstStyle/>
        <a:p>
          <a:endParaRPr lang="en-US"/>
        </a:p>
      </dgm:t>
    </dgm:pt>
    <dgm:pt modelId="{114D90C8-EFA9-4790-A019-2294F41E0FDE}">
      <dgm:prSet custT="1"/>
      <dgm:spPr/>
      <dgm:t>
        <a:bodyPr/>
        <a:lstStyle/>
        <a:p>
          <a:r>
            <a:rPr lang="en-US" sz="1800" dirty="0"/>
            <a:t>HTML</a:t>
          </a:r>
        </a:p>
      </dgm:t>
    </dgm:pt>
    <dgm:pt modelId="{B623DFF5-9AE1-468A-BBAF-3676F4589360}" type="parTrans" cxnId="{112FF2C6-F064-4DF5-A12B-D666F4D1746A}">
      <dgm:prSet/>
      <dgm:spPr/>
      <dgm:t>
        <a:bodyPr/>
        <a:lstStyle/>
        <a:p>
          <a:endParaRPr lang="en-US"/>
        </a:p>
      </dgm:t>
    </dgm:pt>
    <dgm:pt modelId="{282FFAA0-8739-465B-B8F2-41F4A8CAA021}" type="sibTrans" cxnId="{112FF2C6-F064-4DF5-A12B-D666F4D1746A}">
      <dgm:prSet/>
      <dgm:spPr/>
      <dgm:t>
        <a:bodyPr/>
        <a:lstStyle/>
        <a:p>
          <a:endParaRPr lang="en-US"/>
        </a:p>
      </dgm:t>
    </dgm:pt>
    <dgm:pt modelId="{344B038B-16C6-475E-B813-B461E09D60F9}">
      <dgm:prSet/>
      <dgm:spPr/>
      <dgm:t>
        <a:bodyPr/>
        <a:lstStyle/>
        <a:p>
          <a:r>
            <a:rPr lang="en-US" dirty="0"/>
            <a:t> Data Analyst</a:t>
          </a:r>
        </a:p>
      </dgm:t>
    </dgm:pt>
    <dgm:pt modelId="{44D69D4A-EFF0-4ED0-AD90-743AB8B03D13}" type="parTrans" cxnId="{B3686EFD-B451-4BDE-AF0D-A6D280808B89}">
      <dgm:prSet/>
      <dgm:spPr/>
      <dgm:t>
        <a:bodyPr/>
        <a:lstStyle/>
        <a:p>
          <a:endParaRPr lang="en-US"/>
        </a:p>
      </dgm:t>
    </dgm:pt>
    <dgm:pt modelId="{BE87F440-D68E-4035-A67A-BB14C68AF9C9}" type="sibTrans" cxnId="{B3686EFD-B451-4BDE-AF0D-A6D280808B89}">
      <dgm:prSet/>
      <dgm:spPr/>
      <dgm:t>
        <a:bodyPr/>
        <a:lstStyle/>
        <a:p>
          <a:endParaRPr lang="en-US"/>
        </a:p>
      </dgm:t>
    </dgm:pt>
    <dgm:pt modelId="{AC899B1D-4998-463C-B8B5-83F11A8F9BCD}">
      <dgm:prSet/>
      <dgm:spPr/>
      <dgm:t>
        <a:bodyPr/>
        <a:lstStyle/>
        <a:p>
          <a:r>
            <a:rPr lang="en-US" dirty="0"/>
            <a:t>QC Division:</a:t>
          </a:r>
        </a:p>
      </dgm:t>
    </dgm:pt>
    <dgm:pt modelId="{F39B1FFF-F97F-432B-A8FA-064EDE8DE25F}" type="parTrans" cxnId="{5E600D4C-E30D-441E-9269-32F918E3233A}">
      <dgm:prSet/>
      <dgm:spPr/>
      <dgm:t>
        <a:bodyPr/>
        <a:lstStyle/>
        <a:p>
          <a:endParaRPr lang="en-US"/>
        </a:p>
      </dgm:t>
    </dgm:pt>
    <dgm:pt modelId="{71C7CB7F-ACC6-4109-B99C-C4753FBA2C97}" type="sibTrans" cxnId="{5E600D4C-E30D-441E-9269-32F918E3233A}">
      <dgm:prSet/>
      <dgm:spPr/>
      <dgm:t>
        <a:bodyPr/>
        <a:lstStyle/>
        <a:p>
          <a:endParaRPr lang="en-US"/>
        </a:p>
      </dgm:t>
    </dgm:pt>
    <dgm:pt modelId="{CFA48292-6E36-4816-8E58-C44673D103AE}">
      <dgm:prSet/>
      <dgm:spPr/>
      <dgm:t>
        <a:bodyPr/>
        <a:lstStyle/>
        <a:p>
          <a:r>
            <a:rPr lang="en-US" dirty="0"/>
            <a:t> QC Assistant Manager</a:t>
          </a:r>
        </a:p>
      </dgm:t>
    </dgm:pt>
    <dgm:pt modelId="{5A3077FD-34B2-4378-A44E-44C2827F8D40}" type="parTrans" cxnId="{6AAFD369-E4B2-4548-8444-7255D9CA207B}">
      <dgm:prSet/>
      <dgm:spPr/>
      <dgm:t>
        <a:bodyPr/>
        <a:lstStyle/>
        <a:p>
          <a:endParaRPr lang="en-US"/>
        </a:p>
      </dgm:t>
    </dgm:pt>
    <dgm:pt modelId="{524AB11F-0578-496C-A49C-7CFEE64FE4C9}" type="sibTrans" cxnId="{6AAFD369-E4B2-4548-8444-7255D9CA207B}">
      <dgm:prSet/>
      <dgm:spPr/>
      <dgm:t>
        <a:bodyPr/>
        <a:lstStyle/>
        <a:p>
          <a:endParaRPr lang="en-US"/>
        </a:p>
      </dgm:t>
    </dgm:pt>
    <dgm:pt modelId="{10647FDB-654F-4FDC-8F27-8E47C77C8E9A}">
      <dgm:prSet custScaleX="126295"/>
      <dgm:spPr/>
      <dgm:t>
        <a:bodyPr/>
        <a:lstStyle/>
        <a:p>
          <a:r>
            <a:rPr lang="en-US"/>
            <a:t>Developer</a:t>
          </a:r>
          <a:endParaRPr lang="en-US" dirty="0"/>
        </a:p>
      </dgm:t>
    </dgm:pt>
    <dgm:pt modelId="{577164E9-EDA1-484E-B778-F17AAB17DFE9}" type="parTrans" cxnId="{156A2299-6FFC-42E1-A7A1-0486226BF064}">
      <dgm:prSet/>
      <dgm:spPr/>
      <dgm:t>
        <a:bodyPr/>
        <a:lstStyle/>
        <a:p>
          <a:endParaRPr lang="en-US"/>
        </a:p>
      </dgm:t>
    </dgm:pt>
    <dgm:pt modelId="{5495EBCA-9CE6-4CAA-83E9-547C04A23200}" type="sibTrans" cxnId="{156A2299-6FFC-42E1-A7A1-0486226BF064}">
      <dgm:prSet/>
      <dgm:spPr/>
      <dgm:t>
        <a:bodyPr/>
        <a:lstStyle/>
        <a:p>
          <a:endParaRPr lang="en-US"/>
        </a:p>
      </dgm:t>
    </dgm:pt>
    <dgm:pt modelId="{4A97F4A1-14B7-44E0-AF49-32A2CF82CFF2}" type="pres">
      <dgm:prSet presAssocID="{AF9EC809-CD8A-485C-AF57-E0D30EE888BA}" presName="linearFlow" presStyleCnt="0">
        <dgm:presLayoutVars>
          <dgm:dir/>
          <dgm:animLvl val="lvl"/>
          <dgm:resizeHandles/>
        </dgm:presLayoutVars>
      </dgm:prSet>
      <dgm:spPr/>
    </dgm:pt>
    <dgm:pt modelId="{172788C7-5B98-41FF-B91C-64F7F17FB1E6}" type="pres">
      <dgm:prSet presAssocID="{0DEDF193-19FD-4C85-9EB3-67FBF613BE6B}" presName="compositeNode" presStyleCnt="0">
        <dgm:presLayoutVars>
          <dgm:bulletEnabled val="1"/>
        </dgm:presLayoutVars>
      </dgm:prSet>
      <dgm:spPr/>
    </dgm:pt>
    <dgm:pt modelId="{94CD3260-659D-4C6A-B286-CE32B7FA2A30}" type="pres">
      <dgm:prSet presAssocID="{0DEDF193-19FD-4C85-9EB3-67FBF613BE6B}" presName="image" presStyleLbl="fgImgPlac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with solid fill"/>
        </a:ext>
      </dgm:extLst>
    </dgm:pt>
    <dgm:pt modelId="{7D24EDE5-6C1E-4A90-9708-BD10172C2A3D}" type="pres">
      <dgm:prSet presAssocID="{0DEDF193-19FD-4C85-9EB3-67FBF613BE6B}" presName="childNode" presStyleLbl="node1" presStyleIdx="0" presStyleCnt="2">
        <dgm:presLayoutVars>
          <dgm:bulletEnabled val="1"/>
        </dgm:presLayoutVars>
      </dgm:prSet>
      <dgm:spPr/>
    </dgm:pt>
    <dgm:pt modelId="{BD0EEB2E-B5E8-4887-AE39-AAA4859D4F6D}" type="pres">
      <dgm:prSet presAssocID="{0DEDF193-19FD-4C85-9EB3-67FBF613BE6B}" presName="parentNode" presStyleLbl="revTx" presStyleIdx="0" presStyleCnt="2">
        <dgm:presLayoutVars>
          <dgm:chMax val="0"/>
          <dgm:bulletEnabled val="1"/>
        </dgm:presLayoutVars>
      </dgm:prSet>
      <dgm:spPr/>
    </dgm:pt>
    <dgm:pt modelId="{5CDB7C62-AB1F-4F9A-A57F-780DFE530C16}" type="pres">
      <dgm:prSet presAssocID="{EF8809BC-1AEA-48A4-B742-9A651DA987CC}" presName="sibTrans" presStyleCnt="0"/>
      <dgm:spPr/>
    </dgm:pt>
    <dgm:pt modelId="{F7A97FC9-6215-4BB3-8F95-8769A65EC142}" type="pres">
      <dgm:prSet presAssocID="{45C293E0-EBCB-4226-A2AC-D8EA9843582D}" presName="compositeNode" presStyleCnt="0">
        <dgm:presLayoutVars>
          <dgm:bulletEnabled val="1"/>
        </dgm:presLayoutVars>
      </dgm:prSet>
      <dgm:spPr/>
    </dgm:pt>
    <dgm:pt modelId="{825D4433-CD40-46F7-A74F-B5FE9FAFC554}" type="pres">
      <dgm:prSet presAssocID="{45C293E0-EBCB-4226-A2AC-D8EA9843582D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efcase with solid fill"/>
        </a:ext>
      </dgm:extLst>
    </dgm:pt>
    <dgm:pt modelId="{417D08D5-CB98-4488-8E3A-FCAC39CD481B}" type="pres">
      <dgm:prSet presAssocID="{45C293E0-EBCB-4226-A2AC-D8EA9843582D}" presName="childNode" presStyleLbl="node1" presStyleIdx="1" presStyleCnt="2" custScaleX="126295">
        <dgm:presLayoutVars>
          <dgm:bulletEnabled val="1"/>
        </dgm:presLayoutVars>
      </dgm:prSet>
      <dgm:spPr/>
    </dgm:pt>
    <dgm:pt modelId="{44E32BDB-B761-45B2-812D-EC2940C3ACC4}" type="pres">
      <dgm:prSet presAssocID="{45C293E0-EBCB-4226-A2AC-D8EA9843582D}" presName="parentNode" presStyleLbl="revTx" presStyleIdx="1" presStyleCnt="2" custLinFactNeighborX="-65901" custLinFactNeighborY="-227">
        <dgm:presLayoutVars>
          <dgm:chMax val="0"/>
          <dgm:bulletEnabled val="1"/>
        </dgm:presLayoutVars>
      </dgm:prSet>
      <dgm:spPr/>
    </dgm:pt>
  </dgm:ptLst>
  <dgm:cxnLst>
    <dgm:cxn modelId="{9A476F08-65A5-4446-8A80-4442DB981F3B}" type="presOf" srcId="{8319CE0D-6937-4A95-B223-C038C8A3F877}" destId="{7D24EDE5-6C1E-4A90-9708-BD10172C2A3D}" srcOrd="0" destOrd="2" presId="urn:microsoft.com/office/officeart/2005/8/layout/hList2"/>
    <dgm:cxn modelId="{5AB0C30A-00D3-4140-ABF8-A7934A1947D7}" srcId="{AF9EC809-CD8A-485C-AF57-E0D30EE888BA}" destId="{45C293E0-EBCB-4226-A2AC-D8EA9843582D}" srcOrd="1" destOrd="0" parTransId="{F18A5F22-4AEE-4DA6-B0D7-D19026B45B8B}" sibTransId="{DBF46329-034A-4034-8D92-C3C165F8C781}"/>
    <dgm:cxn modelId="{BE4E7011-7880-4913-8FF3-1871D8581E13}" srcId="{C8171373-F9AC-4490-99F3-4E9929BB17EA}" destId="{DF323533-2DA0-4988-B8BB-1FB988E04AE2}" srcOrd="0" destOrd="0" parTransId="{1C0D9655-D4BC-4B5B-A26E-555923BAB15F}" sibTransId="{5CFAC0E1-C8A3-4258-8059-3313786EABAE}"/>
    <dgm:cxn modelId="{64A0A21D-7C7D-4234-8A46-C76BE98B9D57}" type="presOf" srcId="{BD80589F-6FBF-4183-93C2-1F3F0C59F586}" destId="{7D24EDE5-6C1E-4A90-9708-BD10172C2A3D}" srcOrd="0" destOrd="0" presId="urn:microsoft.com/office/officeart/2005/8/layout/hList2"/>
    <dgm:cxn modelId="{A6D8002A-3C80-438C-887C-F97C98B5EF94}" type="presOf" srcId="{DB5E6DED-C5E7-4AF9-8593-2565B11FC89E}" destId="{7D24EDE5-6C1E-4A90-9708-BD10172C2A3D}" srcOrd="0" destOrd="5" presId="urn:microsoft.com/office/officeart/2005/8/layout/hList2"/>
    <dgm:cxn modelId="{71B53061-6968-4FBE-9F8D-9BBC49C29DA0}" type="presOf" srcId="{344B038B-16C6-475E-B813-B461E09D60F9}" destId="{417D08D5-CB98-4488-8E3A-FCAC39CD481B}" srcOrd="0" destOrd="3" presId="urn:microsoft.com/office/officeart/2005/8/layout/hList2"/>
    <dgm:cxn modelId="{31777561-3E9A-4A8B-A29B-D15F683D933E}" type="presOf" srcId="{C371D48F-38FD-48E4-AE3D-5B177069C18E}" destId="{417D08D5-CB98-4488-8E3A-FCAC39CD481B}" srcOrd="0" destOrd="6" presId="urn:microsoft.com/office/officeart/2005/8/layout/hList2"/>
    <dgm:cxn modelId="{2A377F62-A3B4-4AB2-88C1-ADD72117AFC4}" srcId="{45C293E0-EBCB-4226-A2AC-D8EA9843582D}" destId="{7B137C8E-9DC2-4052-AE89-72F1C7A889AF}" srcOrd="0" destOrd="0" parTransId="{C695132D-0F89-4CEF-9ECE-E419986E6566}" sibTransId="{1A9D350F-5F34-46E8-A560-2C80AC5C50D5}"/>
    <dgm:cxn modelId="{FBE45843-9C2B-4FD0-A029-AB6081418A86}" type="presOf" srcId="{CFA48292-6E36-4816-8E58-C44673D103AE}" destId="{417D08D5-CB98-4488-8E3A-FCAC39CD481B}" srcOrd="0" destOrd="2" presId="urn:microsoft.com/office/officeart/2005/8/layout/hList2"/>
    <dgm:cxn modelId="{8612DB68-EFA6-43D8-8CBB-5A8364633131}" srcId="{AF9EC809-CD8A-485C-AF57-E0D30EE888BA}" destId="{0DEDF193-19FD-4C85-9EB3-67FBF613BE6B}" srcOrd="0" destOrd="0" parTransId="{8B1FA7D7-8943-4B5B-8724-42ABADE72F4B}" sibTransId="{EF8809BC-1AEA-48A4-B742-9A651DA987CC}"/>
    <dgm:cxn modelId="{6AAFD369-E4B2-4548-8444-7255D9CA207B}" srcId="{AC899B1D-4998-463C-B8B5-83F11A8F9BCD}" destId="{CFA48292-6E36-4816-8E58-C44673D103AE}" srcOrd="0" destOrd="0" parTransId="{5A3077FD-34B2-4378-A44E-44C2827F8D40}" sibTransId="{524AB11F-0578-496C-A49C-7CFEE64FE4C9}"/>
    <dgm:cxn modelId="{ADA14A4A-971A-469D-BC59-56E13D0B40EC}" srcId="{BD80589F-6FBF-4183-93C2-1F3F0C59F586}" destId="{CED6865F-E44A-4515-99CF-1DEE6768E14C}" srcOrd="0" destOrd="0" parTransId="{B87DCBD0-CC29-47FA-9EB4-2DEFC6A843B7}" sibTransId="{318BC005-F445-4577-916C-4A02BBE8829F}"/>
    <dgm:cxn modelId="{5E600D4C-E30D-441E-9269-32F918E3233A}" srcId="{7B137C8E-9DC2-4052-AE89-72F1C7A889AF}" destId="{AC899B1D-4998-463C-B8B5-83F11A8F9BCD}" srcOrd="0" destOrd="0" parTransId="{F39B1FFF-F97F-432B-A8FA-064EDE8DE25F}" sibTransId="{71C7CB7F-ACC6-4109-B99C-C4753FBA2C97}"/>
    <dgm:cxn modelId="{B8CAEC70-79C6-4F3D-97E4-86B33C653F82}" srcId="{D274F4D3-146F-427F-9D8E-54DEDEA80663}" destId="{E1B9867F-80D9-4E63-80B9-A422713B41DB}" srcOrd="1" destOrd="0" parTransId="{2B556999-0F06-410C-A275-6FB36AA8EC7A}" sibTransId="{FDCBF250-B297-4700-AC6E-252D37D63D88}"/>
    <dgm:cxn modelId="{C5EAA954-39F1-4D98-BFE8-9B15E738E668}" type="presOf" srcId="{C8171373-F9AC-4490-99F3-4E9929BB17EA}" destId="{417D08D5-CB98-4488-8E3A-FCAC39CD481B}" srcOrd="0" destOrd="7" presId="urn:microsoft.com/office/officeart/2005/8/layout/hList2"/>
    <dgm:cxn modelId="{7442817B-BA15-4C8B-8810-4A6613FCDF19}" srcId="{0DEDF193-19FD-4C85-9EB3-67FBF613BE6B}" destId="{8319CE0D-6937-4A95-B223-C038C8A3F877}" srcOrd="1" destOrd="0" parTransId="{25434D36-B5B8-4CB2-BBFB-4E9E7B9E2157}" sibTransId="{54F7BBD6-C61C-4F58-BF0D-1F95357D6160}"/>
    <dgm:cxn modelId="{81242683-EFA6-4C32-BD70-344DE815B3B3}" type="presOf" srcId="{7E41B90F-F0AF-4175-9BC7-AD61BE0845EB}" destId="{417D08D5-CB98-4488-8E3A-FCAC39CD481B}" srcOrd="0" destOrd="4" presId="urn:microsoft.com/office/officeart/2005/8/layout/hList2"/>
    <dgm:cxn modelId="{5FDB628D-667E-4F49-9F5B-093D994E7EA1}" srcId="{45C293E0-EBCB-4226-A2AC-D8EA9843582D}" destId="{C8171373-F9AC-4490-99F3-4E9929BB17EA}" srcOrd="1" destOrd="0" parTransId="{60540AAF-C8E8-4A42-B39F-A08C3157F908}" sibTransId="{C9CF95E3-1103-4233-ADBE-C3DC5089F08B}"/>
    <dgm:cxn modelId="{66502E8E-82D8-4154-BFB8-9DCF0CABE425}" type="presOf" srcId="{10647FDB-654F-4FDC-8F27-8E47C77C8E9A}" destId="{417D08D5-CB98-4488-8E3A-FCAC39CD481B}" srcOrd="0" destOrd="5" presId="urn:microsoft.com/office/officeart/2005/8/layout/hList2"/>
    <dgm:cxn modelId="{AF081694-D390-4EA1-B3B1-FD52FBE70435}" type="presOf" srcId="{AF9EC809-CD8A-485C-AF57-E0D30EE888BA}" destId="{4A97F4A1-14B7-44E0-AF49-32A2CF82CFF2}" srcOrd="0" destOrd="0" presId="urn:microsoft.com/office/officeart/2005/8/layout/hList2"/>
    <dgm:cxn modelId="{A7776E94-5E1E-4900-9C89-F8A2756FD070}" type="presOf" srcId="{E1B9867F-80D9-4E63-80B9-A422713B41DB}" destId="{7D24EDE5-6C1E-4A90-9708-BD10172C2A3D}" srcOrd="0" destOrd="6" presId="urn:microsoft.com/office/officeart/2005/8/layout/hList2"/>
    <dgm:cxn modelId="{4EE69A98-A06B-4011-9347-5ABE8E076C12}" type="presOf" srcId="{D274F4D3-146F-427F-9D8E-54DEDEA80663}" destId="{7D24EDE5-6C1E-4A90-9708-BD10172C2A3D}" srcOrd="0" destOrd="4" presId="urn:microsoft.com/office/officeart/2005/8/layout/hList2"/>
    <dgm:cxn modelId="{156A2299-6FFC-42E1-A7A1-0486226BF064}" srcId="{7E41B90F-F0AF-4175-9BC7-AD61BE0845EB}" destId="{10647FDB-654F-4FDC-8F27-8E47C77C8E9A}" srcOrd="0" destOrd="0" parTransId="{577164E9-EDA1-484E-B778-F17AAB17DFE9}" sibTransId="{5495EBCA-9CE6-4CAA-83E9-547C04A23200}"/>
    <dgm:cxn modelId="{EF95DA9B-D75F-4F08-816A-B82469BEE433}" srcId="{7E41B90F-F0AF-4175-9BC7-AD61BE0845EB}" destId="{C371D48F-38FD-48E4-AE3D-5B177069C18E}" srcOrd="1" destOrd="0" parTransId="{B3CC3AE6-8950-4D3F-98EE-444A7F2DE186}" sibTransId="{7726405F-41FB-4521-9D84-EAA43959819A}"/>
    <dgm:cxn modelId="{74CE01AC-B666-4FA1-9601-B5B9314A58D8}" type="presOf" srcId="{114D90C8-EFA9-4790-A019-2294F41E0FDE}" destId="{7D24EDE5-6C1E-4A90-9708-BD10172C2A3D}" srcOrd="0" destOrd="7" presId="urn:microsoft.com/office/officeart/2005/8/layout/hList2"/>
    <dgm:cxn modelId="{19D889B2-5AAA-4F6C-9BB8-8A9A83FFF87F}" srcId="{0DEDF193-19FD-4C85-9EB3-67FBF613BE6B}" destId="{BD80589F-6FBF-4183-93C2-1F3F0C59F586}" srcOrd="0" destOrd="0" parTransId="{478DEE4A-BA4C-4ED8-8DB0-9817D6DFAB22}" sibTransId="{33F24856-9A5F-4427-9A8F-5B25FF4516A5}"/>
    <dgm:cxn modelId="{AD9A65BE-2916-4D0A-BC16-C2131D28C594}" srcId="{D274F4D3-146F-427F-9D8E-54DEDEA80663}" destId="{DB5E6DED-C5E7-4AF9-8593-2565B11FC89E}" srcOrd="0" destOrd="0" parTransId="{FD30209F-03CA-4D86-8E26-BDEF293757BB}" sibTransId="{ECD277C2-04BC-423D-9CD9-7FA8B57A6D7C}"/>
    <dgm:cxn modelId="{112FF2C6-F064-4DF5-A12B-D666F4D1746A}" srcId="{D274F4D3-146F-427F-9D8E-54DEDEA80663}" destId="{114D90C8-EFA9-4790-A019-2294F41E0FDE}" srcOrd="2" destOrd="0" parTransId="{B623DFF5-9AE1-468A-BBAF-3676F4589360}" sibTransId="{282FFAA0-8739-465B-B8F2-41F4A8CAA021}"/>
    <dgm:cxn modelId="{B508C3C8-04F8-49C0-B51F-807E6A30037D}" srcId="{8319CE0D-6937-4A95-B223-C038C8A3F877}" destId="{45F70264-56B4-49B7-B656-9F3495FD0B9A}" srcOrd="0" destOrd="0" parTransId="{0FEA08B9-7979-4B77-ABB6-964FF35D2411}" sibTransId="{90983B68-85D1-4D84-9134-370C83F818A2}"/>
    <dgm:cxn modelId="{ECA9A7CC-D56E-4448-A61B-EAFE89E288A6}" type="presOf" srcId="{0DEDF193-19FD-4C85-9EB3-67FBF613BE6B}" destId="{BD0EEB2E-B5E8-4887-AE39-AAA4859D4F6D}" srcOrd="0" destOrd="0" presId="urn:microsoft.com/office/officeart/2005/8/layout/hList2"/>
    <dgm:cxn modelId="{44789FD6-8467-460A-8B5F-484E62A15CF9}" type="presOf" srcId="{AC899B1D-4998-463C-B8B5-83F11A8F9BCD}" destId="{417D08D5-CB98-4488-8E3A-FCAC39CD481B}" srcOrd="0" destOrd="1" presId="urn:microsoft.com/office/officeart/2005/8/layout/hList2"/>
    <dgm:cxn modelId="{FD58D4D9-3FB6-48C1-A40D-D9A92B7BCC7A}" srcId="{0DEDF193-19FD-4C85-9EB3-67FBF613BE6B}" destId="{D274F4D3-146F-427F-9D8E-54DEDEA80663}" srcOrd="2" destOrd="0" parTransId="{CE37CBB0-71C5-47AF-A543-D54A44DA7184}" sibTransId="{6FB3AACB-8D9B-4FD2-9D23-3B0C92C37E11}"/>
    <dgm:cxn modelId="{ED2521DB-9CB4-498C-81A2-B07E10215500}" type="presOf" srcId="{CED6865F-E44A-4515-99CF-1DEE6768E14C}" destId="{7D24EDE5-6C1E-4A90-9708-BD10172C2A3D}" srcOrd="0" destOrd="1" presId="urn:microsoft.com/office/officeart/2005/8/layout/hList2"/>
    <dgm:cxn modelId="{BEF913DF-C55A-4B3C-A615-E6C3E6E36997}" type="presOf" srcId="{45C293E0-EBCB-4226-A2AC-D8EA9843582D}" destId="{44E32BDB-B761-45B2-812D-EC2940C3ACC4}" srcOrd="0" destOrd="0" presId="urn:microsoft.com/office/officeart/2005/8/layout/hList2"/>
    <dgm:cxn modelId="{7F44CEE5-C8D5-4060-8DE5-934AC20B0119}" srcId="{7B137C8E-9DC2-4052-AE89-72F1C7A889AF}" destId="{7E41B90F-F0AF-4175-9BC7-AD61BE0845EB}" srcOrd="1" destOrd="0" parTransId="{8576E0FB-C4C4-4B96-8129-8EDB650055CD}" sibTransId="{23BAA781-BF39-410F-AC01-69D3658380FB}"/>
    <dgm:cxn modelId="{E87065ED-9AC5-4FF3-9115-16F1D130133A}" type="presOf" srcId="{45F70264-56B4-49B7-B656-9F3495FD0B9A}" destId="{7D24EDE5-6C1E-4A90-9708-BD10172C2A3D}" srcOrd="0" destOrd="3" presId="urn:microsoft.com/office/officeart/2005/8/layout/hList2"/>
    <dgm:cxn modelId="{7DEB69EF-5221-4CF4-BB0F-5B8326507670}" type="presOf" srcId="{DF323533-2DA0-4988-B8BB-1FB988E04AE2}" destId="{417D08D5-CB98-4488-8E3A-FCAC39CD481B}" srcOrd="0" destOrd="8" presId="urn:microsoft.com/office/officeart/2005/8/layout/hList2"/>
    <dgm:cxn modelId="{B3686EFD-B451-4BDE-AF0D-A6D280808B89}" srcId="{AC899B1D-4998-463C-B8B5-83F11A8F9BCD}" destId="{344B038B-16C6-475E-B813-B461E09D60F9}" srcOrd="1" destOrd="0" parTransId="{44D69D4A-EFF0-4ED0-AD90-743AB8B03D13}" sibTransId="{BE87F440-D68E-4035-A67A-BB14C68AF9C9}"/>
    <dgm:cxn modelId="{6475CBFD-BBE2-4675-98F1-EE924DD5FD78}" type="presOf" srcId="{7B137C8E-9DC2-4052-AE89-72F1C7A889AF}" destId="{417D08D5-CB98-4488-8E3A-FCAC39CD481B}" srcOrd="0" destOrd="0" presId="urn:microsoft.com/office/officeart/2005/8/layout/hList2"/>
    <dgm:cxn modelId="{03F3C505-AA2A-49ED-8922-7109A3E2AD03}" type="presParOf" srcId="{4A97F4A1-14B7-44E0-AF49-32A2CF82CFF2}" destId="{172788C7-5B98-41FF-B91C-64F7F17FB1E6}" srcOrd="0" destOrd="0" presId="urn:microsoft.com/office/officeart/2005/8/layout/hList2"/>
    <dgm:cxn modelId="{B3B29515-2052-4D28-9CC1-E0634DC88F42}" type="presParOf" srcId="{172788C7-5B98-41FF-B91C-64F7F17FB1E6}" destId="{94CD3260-659D-4C6A-B286-CE32B7FA2A30}" srcOrd="0" destOrd="0" presId="urn:microsoft.com/office/officeart/2005/8/layout/hList2"/>
    <dgm:cxn modelId="{8A8F9161-1F07-4F35-B428-E378EFA3386B}" type="presParOf" srcId="{172788C7-5B98-41FF-B91C-64F7F17FB1E6}" destId="{7D24EDE5-6C1E-4A90-9708-BD10172C2A3D}" srcOrd="1" destOrd="0" presId="urn:microsoft.com/office/officeart/2005/8/layout/hList2"/>
    <dgm:cxn modelId="{C5BD08B3-8793-4ADE-B719-5090559E3831}" type="presParOf" srcId="{172788C7-5B98-41FF-B91C-64F7F17FB1E6}" destId="{BD0EEB2E-B5E8-4887-AE39-AAA4859D4F6D}" srcOrd="2" destOrd="0" presId="urn:microsoft.com/office/officeart/2005/8/layout/hList2"/>
    <dgm:cxn modelId="{A8BF5AB5-6704-49F9-85E1-19A055693A0E}" type="presParOf" srcId="{4A97F4A1-14B7-44E0-AF49-32A2CF82CFF2}" destId="{5CDB7C62-AB1F-4F9A-A57F-780DFE530C16}" srcOrd="1" destOrd="0" presId="urn:microsoft.com/office/officeart/2005/8/layout/hList2"/>
    <dgm:cxn modelId="{4A157C94-6D5E-400C-8672-42C001E2F6E6}" type="presParOf" srcId="{4A97F4A1-14B7-44E0-AF49-32A2CF82CFF2}" destId="{F7A97FC9-6215-4BB3-8F95-8769A65EC142}" srcOrd="2" destOrd="0" presId="urn:microsoft.com/office/officeart/2005/8/layout/hList2"/>
    <dgm:cxn modelId="{2EB91750-99CC-480A-A954-0B429BD8C3EA}" type="presParOf" srcId="{F7A97FC9-6215-4BB3-8F95-8769A65EC142}" destId="{825D4433-CD40-46F7-A74F-B5FE9FAFC554}" srcOrd="0" destOrd="0" presId="urn:microsoft.com/office/officeart/2005/8/layout/hList2"/>
    <dgm:cxn modelId="{54F41452-E811-471C-B9C9-B8152C0C56CE}" type="presParOf" srcId="{F7A97FC9-6215-4BB3-8F95-8769A65EC142}" destId="{417D08D5-CB98-4488-8E3A-FCAC39CD481B}" srcOrd="1" destOrd="0" presId="urn:microsoft.com/office/officeart/2005/8/layout/hList2"/>
    <dgm:cxn modelId="{2922ADBE-FF17-4193-A4E0-75FDAB980E98}" type="presParOf" srcId="{F7A97FC9-6215-4BB3-8F95-8769A65EC142}" destId="{44E32BDB-B761-45B2-812D-EC2940C3ACC4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B3BA16-0B3D-46D4-BBF1-C5F8627631FE}" type="doc">
      <dgm:prSet loTypeId="urn:microsoft.com/office/officeart/2005/8/layout/hProcess10" loCatId="process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76AC8CFE-BBA3-4A5E-8774-1A9073AFBEAE}">
      <dgm:prSet phldrT="[Text]" phldr="0"/>
      <dgm:spPr/>
      <dgm:t>
        <a:bodyPr/>
        <a:lstStyle/>
        <a:p>
          <a:r>
            <a:rPr lang="en-US" dirty="0"/>
            <a:t>Environmental Science</a:t>
          </a:r>
        </a:p>
      </dgm:t>
    </dgm:pt>
    <dgm:pt modelId="{53303FA8-CA00-4FEB-88F1-C87ACB2F28E3}" type="parTrans" cxnId="{420E59E7-EB4E-484E-AE5C-8A05533CFE5D}">
      <dgm:prSet/>
      <dgm:spPr/>
      <dgm:t>
        <a:bodyPr/>
        <a:lstStyle/>
        <a:p>
          <a:endParaRPr lang="en-US"/>
        </a:p>
      </dgm:t>
    </dgm:pt>
    <dgm:pt modelId="{F014223E-4D30-40C1-875D-B9B96432979E}" type="sibTrans" cxnId="{420E59E7-EB4E-484E-AE5C-8A05533CFE5D}">
      <dgm:prSet/>
      <dgm:spPr>
        <a:solidFill>
          <a:schemeClr val="accent2">
            <a:lumMod val="75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3FFB6985-C8CB-44C9-B6DB-BE3A01A37904}">
      <dgm:prSet phldrT="[Text]" phldr="0"/>
      <dgm:spPr/>
      <dgm:t>
        <a:bodyPr/>
        <a:lstStyle/>
        <a:p>
          <a:r>
            <a:rPr lang="en-US" dirty="0"/>
            <a:t>Spatial Analysis</a:t>
          </a:r>
        </a:p>
      </dgm:t>
    </dgm:pt>
    <dgm:pt modelId="{4F02D304-3AC9-47FE-930F-A34CA39CAEDD}" type="parTrans" cxnId="{70E30FB5-77F0-402E-9216-CBD806E1BA04}">
      <dgm:prSet/>
      <dgm:spPr/>
      <dgm:t>
        <a:bodyPr/>
        <a:lstStyle/>
        <a:p>
          <a:endParaRPr lang="en-US"/>
        </a:p>
      </dgm:t>
    </dgm:pt>
    <dgm:pt modelId="{8C422AE4-DD70-4FA0-9427-A90DA8268F89}" type="sibTrans" cxnId="{70E30FB5-77F0-402E-9216-CBD806E1BA04}">
      <dgm:prSet/>
      <dgm:spPr>
        <a:solidFill>
          <a:schemeClr val="accent2">
            <a:lumMod val="75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21DE1BB9-27BC-4E2E-B154-BFD27C1B7947}">
      <dgm:prSet phldrT="[Text]" phldr="0"/>
      <dgm:spPr/>
      <dgm:t>
        <a:bodyPr/>
        <a:lstStyle/>
        <a:p>
          <a:r>
            <a:rPr lang="en-US" dirty="0"/>
            <a:t>Data Analysis</a:t>
          </a:r>
        </a:p>
      </dgm:t>
    </dgm:pt>
    <dgm:pt modelId="{BCF021E3-DEC0-42C7-B3E8-E17BFB1B5184}" type="sibTrans" cxnId="{2E979EA3-7FCF-4800-B01E-84CDC9B42905}">
      <dgm:prSet/>
      <dgm:spPr/>
      <dgm:t>
        <a:bodyPr/>
        <a:lstStyle/>
        <a:p>
          <a:endParaRPr lang="en-US"/>
        </a:p>
      </dgm:t>
    </dgm:pt>
    <dgm:pt modelId="{1FAC1F1D-D6A9-434A-AC3B-DD0271B48305}" type="parTrans" cxnId="{2E979EA3-7FCF-4800-B01E-84CDC9B42905}">
      <dgm:prSet/>
      <dgm:spPr/>
      <dgm:t>
        <a:bodyPr/>
        <a:lstStyle/>
        <a:p>
          <a:endParaRPr lang="en-US"/>
        </a:p>
      </dgm:t>
    </dgm:pt>
    <dgm:pt modelId="{640AE983-1C39-46D5-8E3D-DB04FE59576C}">
      <dgm:prSet phldrT="[Text]" phldr="0"/>
      <dgm:spPr/>
      <dgm:t>
        <a:bodyPr/>
        <a:lstStyle/>
        <a:p>
          <a:r>
            <a:rPr lang="en-US" dirty="0"/>
            <a:t>Chemistry</a:t>
          </a:r>
        </a:p>
      </dgm:t>
    </dgm:pt>
    <dgm:pt modelId="{91FFD3A3-E90B-45D4-8EB8-9BE12197BBB8}" type="sibTrans" cxnId="{A4C2D9F2-3B57-4137-9A10-BB43351A43CF}">
      <dgm:prSet/>
      <dgm:spPr>
        <a:solidFill>
          <a:schemeClr val="accent2">
            <a:lumMod val="75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0F8DE9C6-85A8-453E-BB47-F67141DE9104}" type="parTrans" cxnId="{A4C2D9F2-3B57-4137-9A10-BB43351A43CF}">
      <dgm:prSet/>
      <dgm:spPr/>
      <dgm:t>
        <a:bodyPr/>
        <a:lstStyle/>
        <a:p>
          <a:endParaRPr lang="en-US"/>
        </a:p>
      </dgm:t>
    </dgm:pt>
    <dgm:pt modelId="{4601B51A-F43A-4218-96CA-31A3F637D2A6}" type="pres">
      <dgm:prSet presAssocID="{B1B3BA16-0B3D-46D4-BBF1-C5F8627631FE}" presName="Name0" presStyleCnt="0">
        <dgm:presLayoutVars>
          <dgm:dir/>
          <dgm:resizeHandles val="exact"/>
        </dgm:presLayoutVars>
      </dgm:prSet>
      <dgm:spPr/>
    </dgm:pt>
    <dgm:pt modelId="{570CB509-5BC0-4013-A797-3F2B09EE467F}" type="pres">
      <dgm:prSet presAssocID="{640AE983-1C39-46D5-8E3D-DB04FE59576C}" presName="composite" presStyleCnt="0"/>
      <dgm:spPr/>
    </dgm:pt>
    <dgm:pt modelId="{C21FF693-923F-4834-96C9-747EDE32D312}" type="pres">
      <dgm:prSet presAssocID="{640AE983-1C39-46D5-8E3D-DB04FE59576C}" presName="imagSh" presStyleLbl="b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solidFill>
            <a:schemeClr val="accent2">
              <a:lumMod val="75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Beaker with solid fill"/>
        </a:ext>
      </dgm:extLst>
    </dgm:pt>
    <dgm:pt modelId="{93C27B74-6312-4D19-93CC-41AE2F10AAB8}" type="pres">
      <dgm:prSet presAssocID="{640AE983-1C39-46D5-8E3D-DB04FE59576C}" presName="txNode" presStyleLbl="node1" presStyleIdx="0" presStyleCnt="4" custScaleX="54103" custScaleY="20418">
        <dgm:presLayoutVars>
          <dgm:bulletEnabled val="1"/>
        </dgm:presLayoutVars>
      </dgm:prSet>
      <dgm:spPr/>
    </dgm:pt>
    <dgm:pt modelId="{32F04195-4D5F-42DD-A32D-9327E196B23C}" type="pres">
      <dgm:prSet presAssocID="{91FFD3A3-E90B-45D4-8EB8-9BE12197BBB8}" presName="sibTrans" presStyleLbl="sibTrans2D1" presStyleIdx="0" presStyleCnt="3"/>
      <dgm:spPr/>
    </dgm:pt>
    <dgm:pt modelId="{E68AAB92-2764-4A3F-9902-74E799B559ED}" type="pres">
      <dgm:prSet presAssocID="{91FFD3A3-E90B-45D4-8EB8-9BE12197BBB8}" presName="connTx" presStyleLbl="sibTrans2D1" presStyleIdx="0" presStyleCnt="3"/>
      <dgm:spPr/>
    </dgm:pt>
    <dgm:pt modelId="{3581F4D4-CA9C-4111-8706-F3347CF98459}" type="pres">
      <dgm:prSet presAssocID="{76AC8CFE-BBA3-4A5E-8774-1A9073AFBEAE}" presName="composite" presStyleCnt="0"/>
      <dgm:spPr/>
    </dgm:pt>
    <dgm:pt modelId="{4C39AA11-DACF-4B31-AD20-CA067BDCDA22}" type="pres">
      <dgm:prSet presAssocID="{76AC8CFE-BBA3-4A5E-8774-1A9073AFBEAE}" presName="imagSh" presStyleLbl="b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solidFill>
            <a:schemeClr val="accent2">
              <a:lumMod val="75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Recycle with solid fill"/>
        </a:ext>
      </dgm:extLst>
    </dgm:pt>
    <dgm:pt modelId="{BFBF122A-480C-4BAF-BA63-5B7A55CCCC1E}" type="pres">
      <dgm:prSet presAssocID="{76AC8CFE-BBA3-4A5E-8774-1A9073AFBEAE}" presName="txNode" presStyleLbl="node1" presStyleIdx="1" presStyleCnt="4" custScaleX="76215" custScaleY="31368">
        <dgm:presLayoutVars>
          <dgm:bulletEnabled val="1"/>
        </dgm:presLayoutVars>
      </dgm:prSet>
      <dgm:spPr/>
    </dgm:pt>
    <dgm:pt modelId="{EF41D876-1A07-47E1-90C0-8874E7FA1F35}" type="pres">
      <dgm:prSet presAssocID="{F014223E-4D30-40C1-875D-B9B96432979E}" presName="sibTrans" presStyleLbl="sibTrans2D1" presStyleIdx="1" presStyleCnt="3"/>
      <dgm:spPr/>
    </dgm:pt>
    <dgm:pt modelId="{9FCA9292-78CA-4613-B86A-7D2AC6372BD6}" type="pres">
      <dgm:prSet presAssocID="{F014223E-4D30-40C1-875D-B9B96432979E}" presName="connTx" presStyleLbl="sibTrans2D1" presStyleIdx="1" presStyleCnt="3"/>
      <dgm:spPr/>
    </dgm:pt>
    <dgm:pt modelId="{63BE1A0A-425C-4B36-BBCB-69373FE58DBB}" type="pres">
      <dgm:prSet presAssocID="{3FFB6985-C8CB-44C9-B6DB-BE3A01A37904}" presName="composite" presStyleCnt="0"/>
      <dgm:spPr/>
    </dgm:pt>
    <dgm:pt modelId="{1DF01842-6724-49DD-A009-0E1D4A08AB6A}" type="pres">
      <dgm:prSet presAssocID="{3FFB6985-C8CB-44C9-B6DB-BE3A01A37904}" presName="imagSh" presStyleLbl="b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solidFill>
            <a:schemeClr val="accent2">
              <a:lumMod val="75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Topography Map with solid fill"/>
        </a:ext>
      </dgm:extLst>
    </dgm:pt>
    <dgm:pt modelId="{C2B9742E-0E34-46C9-9763-A84E16A22B27}" type="pres">
      <dgm:prSet presAssocID="{3FFB6985-C8CB-44C9-B6DB-BE3A01A37904}" presName="txNode" presStyleLbl="node1" presStyleIdx="2" presStyleCnt="4" custScaleX="57719" custScaleY="32553">
        <dgm:presLayoutVars>
          <dgm:bulletEnabled val="1"/>
        </dgm:presLayoutVars>
      </dgm:prSet>
      <dgm:spPr/>
    </dgm:pt>
    <dgm:pt modelId="{F5B3A13A-0D27-459D-BDCE-F1216DBF9C70}" type="pres">
      <dgm:prSet presAssocID="{8C422AE4-DD70-4FA0-9427-A90DA8268F89}" presName="sibTrans" presStyleLbl="sibTrans2D1" presStyleIdx="2" presStyleCnt="3"/>
      <dgm:spPr/>
    </dgm:pt>
    <dgm:pt modelId="{C05F554B-AF3A-45E5-8373-F0E6805DAE47}" type="pres">
      <dgm:prSet presAssocID="{8C422AE4-DD70-4FA0-9427-A90DA8268F89}" presName="connTx" presStyleLbl="sibTrans2D1" presStyleIdx="2" presStyleCnt="3"/>
      <dgm:spPr/>
    </dgm:pt>
    <dgm:pt modelId="{D09E127A-4669-4635-9004-8030BFFA0D1C}" type="pres">
      <dgm:prSet presAssocID="{21DE1BB9-27BC-4E2E-B154-BFD27C1B7947}" presName="composite" presStyleCnt="0"/>
      <dgm:spPr/>
    </dgm:pt>
    <dgm:pt modelId="{22976878-262D-4206-AE64-5975525CFF1E}" type="pres">
      <dgm:prSet presAssocID="{21DE1BB9-27BC-4E2E-B154-BFD27C1B7947}" presName="imagSh" presStyleLbl="b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solidFill>
            <a:schemeClr val="accent2">
              <a:lumMod val="75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Database with solid fill"/>
        </a:ext>
      </dgm:extLst>
    </dgm:pt>
    <dgm:pt modelId="{913FF772-1FA3-4D77-A639-F3589497915E}" type="pres">
      <dgm:prSet presAssocID="{21DE1BB9-27BC-4E2E-B154-BFD27C1B7947}" presName="txNode" presStyleLbl="node1" presStyleIdx="3" presStyleCnt="4" custScaleX="91664" custScaleY="29685">
        <dgm:presLayoutVars>
          <dgm:bulletEnabled val="1"/>
        </dgm:presLayoutVars>
      </dgm:prSet>
      <dgm:spPr/>
    </dgm:pt>
  </dgm:ptLst>
  <dgm:cxnLst>
    <dgm:cxn modelId="{CF778515-1603-4BA2-8A63-26C2D97D5F3C}" type="presOf" srcId="{640AE983-1C39-46D5-8E3D-DB04FE59576C}" destId="{93C27B74-6312-4D19-93CC-41AE2F10AAB8}" srcOrd="0" destOrd="0" presId="urn:microsoft.com/office/officeart/2005/8/layout/hProcess10"/>
    <dgm:cxn modelId="{1ED3F71F-B965-4BE1-989F-3176E790348A}" type="presOf" srcId="{91FFD3A3-E90B-45D4-8EB8-9BE12197BBB8}" destId="{32F04195-4D5F-42DD-A32D-9327E196B23C}" srcOrd="0" destOrd="0" presId="urn:microsoft.com/office/officeart/2005/8/layout/hProcess10"/>
    <dgm:cxn modelId="{B4612083-79F9-47BD-B879-234357C64AB4}" type="presOf" srcId="{F014223E-4D30-40C1-875D-B9B96432979E}" destId="{9FCA9292-78CA-4613-B86A-7D2AC6372BD6}" srcOrd="1" destOrd="0" presId="urn:microsoft.com/office/officeart/2005/8/layout/hProcess10"/>
    <dgm:cxn modelId="{8C919884-A2C5-491E-B82C-F45D092837E2}" type="presOf" srcId="{B1B3BA16-0B3D-46D4-BBF1-C5F8627631FE}" destId="{4601B51A-F43A-4218-96CA-31A3F637D2A6}" srcOrd="0" destOrd="0" presId="urn:microsoft.com/office/officeart/2005/8/layout/hProcess10"/>
    <dgm:cxn modelId="{ADD60D8D-F121-4EC2-BC48-9A0862226DDE}" type="presOf" srcId="{F014223E-4D30-40C1-875D-B9B96432979E}" destId="{EF41D876-1A07-47E1-90C0-8874E7FA1F35}" srcOrd="0" destOrd="0" presId="urn:microsoft.com/office/officeart/2005/8/layout/hProcess10"/>
    <dgm:cxn modelId="{001987A1-E433-47A7-8086-0474E471C376}" type="presOf" srcId="{3FFB6985-C8CB-44C9-B6DB-BE3A01A37904}" destId="{C2B9742E-0E34-46C9-9763-A84E16A22B27}" srcOrd="0" destOrd="0" presId="urn:microsoft.com/office/officeart/2005/8/layout/hProcess10"/>
    <dgm:cxn modelId="{2E979EA3-7FCF-4800-B01E-84CDC9B42905}" srcId="{B1B3BA16-0B3D-46D4-BBF1-C5F8627631FE}" destId="{21DE1BB9-27BC-4E2E-B154-BFD27C1B7947}" srcOrd="3" destOrd="0" parTransId="{1FAC1F1D-D6A9-434A-AC3B-DD0271B48305}" sibTransId="{BCF021E3-DEC0-42C7-B3E8-E17BFB1B5184}"/>
    <dgm:cxn modelId="{70E30FB5-77F0-402E-9216-CBD806E1BA04}" srcId="{B1B3BA16-0B3D-46D4-BBF1-C5F8627631FE}" destId="{3FFB6985-C8CB-44C9-B6DB-BE3A01A37904}" srcOrd="2" destOrd="0" parTransId="{4F02D304-3AC9-47FE-930F-A34CA39CAEDD}" sibTransId="{8C422AE4-DD70-4FA0-9427-A90DA8268F89}"/>
    <dgm:cxn modelId="{88C1E5BE-5CD7-48CD-8C1F-F13679269BD5}" type="presOf" srcId="{21DE1BB9-27BC-4E2E-B154-BFD27C1B7947}" destId="{913FF772-1FA3-4D77-A639-F3589497915E}" srcOrd="0" destOrd="0" presId="urn:microsoft.com/office/officeart/2005/8/layout/hProcess10"/>
    <dgm:cxn modelId="{45939ACD-DA53-4A94-A97B-4C777157B466}" type="presOf" srcId="{91FFD3A3-E90B-45D4-8EB8-9BE12197BBB8}" destId="{E68AAB92-2764-4A3F-9902-74E799B559ED}" srcOrd="1" destOrd="0" presId="urn:microsoft.com/office/officeart/2005/8/layout/hProcess10"/>
    <dgm:cxn modelId="{6EC434CE-A0C8-4E68-9016-F7E81B1509A4}" type="presOf" srcId="{8C422AE4-DD70-4FA0-9427-A90DA8268F89}" destId="{F5B3A13A-0D27-459D-BDCE-F1216DBF9C70}" srcOrd="0" destOrd="0" presId="urn:microsoft.com/office/officeart/2005/8/layout/hProcess10"/>
    <dgm:cxn modelId="{BF0892D9-9097-42B1-BC7E-60E0E366AD9B}" type="presOf" srcId="{76AC8CFE-BBA3-4A5E-8774-1A9073AFBEAE}" destId="{BFBF122A-480C-4BAF-BA63-5B7A55CCCC1E}" srcOrd="0" destOrd="0" presId="urn:microsoft.com/office/officeart/2005/8/layout/hProcess10"/>
    <dgm:cxn modelId="{420E59E7-EB4E-484E-AE5C-8A05533CFE5D}" srcId="{B1B3BA16-0B3D-46D4-BBF1-C5F8627631FE}" destId="{76AC8CFE-BBA3-4A5E-8774-1A9073AFBEAE}" srcOrd="1" destOrd="0" parTransId="{53303FA8-CA00-4FEB-88F1-C87ACB2F28E3}" sibTransId="{F014223E-4D30-40C1-875D-B9B96432979E}"/>
    <dgm:cxn modelId="{A4C2D9F2-3B57-4137-9A10-BB43351A43CF}" srcId="{B1B3BA16-0B3D-46D4-BBF1-C5F8627631FE}" destId="{640AE983-1C39-46D5-8E3D-DB04FE59576C}" srcOrd="0" destOrd="0" parTransId="{0F8DE9C6-85A8-453E-BB47-F67141DE9104}" sibTransId="{91FFD3A3-E90B-45D4-8EB8-9BE12197BBB8}"/>
    <dgm:cxn modelId="{D35B67FD-BF41-4260-9EFD-0A292E27F8B3}" type="presOf" srcId="{8C422AE4-DD70-4FA0-9427-A90DA8268F89}" destId="{C05F554B-AF3A-45E5-8373-F0E6805DAE47}" srcOrd="1" destOrd="0" presId="urn:microsoft.com/office/officeart/2005/8/layout/hProcess10"/>
    <dgm:cxn modelId="{CA8D15E3-0C9F-40A5-A1DE-BB2DEE57B409}" type="presParOf" srcId="{4601B51A-F43A-4218-96CA-31A3F637D2A6}" destId="{570CB509-5BC0-4013-A797-3F2B09EE467F}" srcOrd="0" destOrd="0" presId="urn:microsoft.com/office/officeart/2005/8/layout/hProcess10"/>
    <dgm:cxn modelId="{DA92C34D-FCFB-4BAB-942B-30EAD677ADD0}" type="presParOf" srcId="{570CB509-5BC0-4013-A797-3F2B09EE467F}" destId="{C21FF693-923F-4834-96C9-747EDE32D312}" srcOrd="0" destOrd="0" presId="urn:microsoft.com/office/officeart/2005/8/layout/hProcess10"/>
    <dgm:cxn modelId="{99C4E806-E217-457B-AE5E-E367DBA00AE2}" type="presParOf" srcId="{570CB509-5BC0-4013-A797-3F2B09EE467F}" destId="{93C27B74-6312-4D19-93CC-41AE2F10AAB8}" srcOrd="1" destOrd="0" presId="urn:microsoft.com/office/officeart/2005/8/layout/hProcess10"/>
    <dgm:cxn modelId="{6B60BD86-CC65-4C9E-942E-1A6930D5A292}" type="presParOf" srcId="{4601B51A-F43A-4218-96CA-31A3F637D2A6}" destId="{32F04195-4D5F-42DD-A32D-9327E196B23C}" srcOrd="1" destOrd="0" presId="urn:microsoft.com/office/officeart/2005/8/layout/hProcess10"/>
    <dgm:cxn modelId="{03FD0EDE-9FF2-4007-A8DB-0944B07D1208}" type="presParOf" srcId="{32F04195-4D5F-42DD-A32D-9327E196B23C}" destId="{E68AAB92-2764-4A3F-9902-74E799B559ED}" srcOrd="0" destOrd="0" presId="urn:microsoft.com/office/officeart/2005/8/layout/hProcess10"/>
    <dgm:cxn modelId="{A47805F0-35AE-4DED-AA88-B0FD953EE1F1}" type="presParOf" srcId="{4601B51A-F43A-4218-96CA-31A3F637D2A6}" destId="{3581F4D4-CA9C-4111-8706-F3347CF98459}" srcOrd="2" destOrd="0" presId="urn:microsoft.com/office/officeart/2005/8/layout/hProcess10"/>
    <dgm:cxn modelId="{2DBAEDD4-D04E-4E5D-85B9-1D4B8DBD5881}" type="presParOf" srcId="{3581F4D4-CA9C-4111-8706-F3347CF98459}" destId="{4C39AA11-DACF-4B31-AD20-CA067BDCDA22}" srcOrd="0" destOrd="0" presId="urn:microsoft.com/office/officeart/2005/8/layout/hProcess10"/>
    <dgm:cxn modelId="{32959A32-EA84-491C-86FC-E4BAA9928B2B}" type="presParOf" srcId="{3581F4D4-CA9C-4111-8706-F3347CF98459}" destId="{BFBF122A-480C-4BAF-BA63-5B7A55CCCC1E}" srcOrd="1" destOrd="0" presId="urn:microsoft.com/office/officeart/2005/8/layout/hProcess10"/>
    <dgm:cxn modelId="{B3A3FCBE-DF72-4C03-BB58-B1B3686C4885}" type="presParOf" srcId="{4601B51A-F43A-4218-96CA-31A3F637D2A6}" destId="{EF41D876-1A07-47E1-90C0-8874E7FA1F35}" srcOrd="3" destOrd="0" presId="urn:microsoft.com/office/officeart/2005/8/layout/hProcess10"/>
    <dgm:cxn modelId="{464BC70C-6328-4ADF-B661-9467C2984CFB}" type="presParOf" srcId="{EF41D876-1A07-47E1-90C0-8874E7FA1F35}" destId="{9FCA9292-78CA-4613-B86A-7D2AC6372BD6}" srcOrd="0" destOrd="0" presId="urn:microsoft.com/office/officeart/2005/8/layout/hProcess10"/>
    <dgm:cxn modelId="{24C2CCAB-50B5-4996-A4A6-FFE6C4F646D1}" type="presParOf" srcId="{4601B51A-F43A-4218-96CA-31A3F637D2A6}" destId="{63BE1A0A-425C-4B36-BBCB-69373FE58DBB}" srcOrd="4" destOrd="0" presId="urn:microsoft.com/office/officeart/2005/8/layout/hProcess10"/>
    <dgm:cxn modelId="{F47188B5-1932-4C14-9C54-AD83465B9B3E}" type="presParOf" srcId="{63BE1A0A-425C-4B36-BBCB-69373FE58DBB}" destId="{1DF01842-6724-49DD-A009-0E1D4A08AB6A}" srcOrd="0" destOrd="0" presId="urn:microsoft.com/office/officeart/2005/8/layout/hProcess10"/>
    <dgm:cxn modelId="{6B3B0BA5-0651-4559-9A07-BA1C13CA8A89}" type="presParOf" srcId="{63BE1A0A-425C-4B36-BBCB-69373FE58DBB}" destId="{C2B9742E-0E34-46C9-9763-A84E16A22B27}" srcOrd="1" destOrd="0" presId="urn:microsoft.com/office/officeart/2005/8/layout/hProcess10"/>
    <dgm:cxn modelId="{6924ED25-8852-49E5-A1A5-135350E54406}" type="presParOf" srcId="{4601B51A-F43A-4218-96CA-31A3F637D2A6}" destId="{F5B3A13A-0D27-459D-BDCE-F1216DBF9C70}" srcOrd="5" destOrd="0" presId="urn:microsoft.com/office/officeart/2005/8/layout/hProcess10"/>
    <dgm:cxn modelId="{F732D573-8856-43BC-BF43-F7F1579BBFE1}" type="presParOf" srcId="{F5B3A13A-0D27-459D-BDCE-F1216DBF9C70}" destId="{C05F554B-AF3A-45E5-8373-F0E6805DAE47}" srcOrd="0" destOrd="0" presId="urn:microsoft.com/office/officeart/2005/8/layout/hProcess10"/>
    <dgm:cxn modelId="{612429AE-1F25-4316-98E8-91CCBE4AF65B}" type="presParOf" srcId="{4601B51A-F43A-4218-96CA-31A3F637D2A6}" destId="{D09E127A-4669-4635-9004-8030BFFA0D1C}" srcOrd="6" destOrd="0" presId="urn:microsoft.com/office/officeart/2005/8/layout/hProcess10"/>
    <dgm:cxn modelId="{8AF28765-3F1F-4B53-84C5-51E34A6CA6D3}" type="presParOf" srcId="{D09E127A-4669-4635-9004-8030BFFA0D1C}" destId="{22976878-262D-4206-AE64-5975525CFF1E}" srcOrd="0" destOrd="0" presId="urn:microsoft.com/office/officeart/2005/8/layout/hProcess10"/>
    <dgm:cxn modelId="{2631EC93-CDCE-4081-94CD-4976A0E62A58}" type="presParOf" srcId="{D09E127A-4669-4635-9004-8030BFFA0D1C}" destId="{913FF772-1FA3-4D77-A639-F3589497915E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B59668-1173-43EB-8042-0BA499994CD1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3794DD5-11E7-497B-BAFC-59DE0A136FE6}">
      <dgm:prSet phldrT="[Text]" phldr="0"/>
      <dgm:spPr>
        <a:solidFill>
          <a:schemeClr val="accent6"/>
        </a:solidFill>
      </dgm:spPr>
      <dgm:t>
        <a:bodyPr/>
        <a:lstStyle/>
        <a:p>
          <a:r>
            <a:rPr lang="en-US"/>
            <a:t>Account</a:t>
          </a:r>
          <a:endParaRPr lang="en-US" dirty="0"/>
        </a:p>
      </dgm:t>
    </dgm:pt>
    <dgm:pt modelId="{A1F6BB0D-3A0F-4AD5-811D-42892AC84324}" type="parTrans" cxnId="{46BB4A66-3AA5-4277-BF54-5A6E96F5F5EF}">
      <dgm:prSet/>
      <dgm:spPr/>
      <dgm:t>
        <a:bodyPr/>
        <a:lstStyle/>
        <a:p>
          <a:endParaRPr lang="en-US"/>
        </a:p>
      </dgm:t>
    </dgm:pt>
    <dgm:pt modelId="{86C8901E-28DF-48B8-9615-28AFBDD960F8}" type="sibTrans" cxnId="{46BB4A66-3AA5-4277-BF54-5A6E96F5F5EF}">
      <dgm:prSet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House with solid fill"/>
        </a:ext>
      </dgm:extLst>
    </dgm:pt>
    <dgm:pt modelId="{36298654-DD66-4FB3-8085-71CE4EC12DD9}">
      <dgm:prSet phldrT="[Text]" phldr="0"/>
      <dgm:spPr>
        <a:solidFill>
          <a:schemeClr val="accent6"/>
        </a:solidFill>
      </dgm:spPr>
      <dgm:t>
        <a:bodyPr/>
        <a:lstStyle/>
        <a:p>
          <a:r>
            <a:rPr lang="en-US" dirty="0"/>
            <a:t>Property Type</a:t>
          </a:r>
        </a:p>
      </dgm:t>
    </dgm:pt>
    <dgm:pt modelId="{08EBB995-44BA-4C90-B2AD-A7588D7FE9FD}" type="parTrans" cxnId="{B98D276A-F763-408E-8E58-EFD0D4ED9390}">
      <dgm:prSet/>
      <dgm:spPr/>
      <dgm:t>
        <a:bodyPr/>
        <a:lstStyle/>
        <a:p>
          <a:endParaRPr lang="en-US"/>
        </a:p>
      </dgm:t>
    </dgm:pt>
    <dgm:pt modelId="{CA668B9B-D72D-428D-8336-DE4C06245F6B}" type="sibTrans" cxnId="{B98D276A-F763-408E-8E58-EFD0D4ED9390}">
      <dgm:prSet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Mortgage with solid fill"/>
        </a:ext>
      </dgm:extLst>
    </dgm:pt>
    <dgm:pt modelId="{17BD2054-0C59-4187-98F0-66D295D90F65}">
      <dgm:prSet phldrT="[Text]" phldr="0"/>
      <dgm:spPr>
        <a:solidFill>
          <a:schemeClr val="accent6"/>
        </a:solidFill>
      </dgm:spPr>
      <dgm:t>
        <a:bodyPr/>
        <a:lstStyle/>
        <a:p>
          <a:r>
            <a:rPr lang="en-US" dirty="0"/>
            <a:t>Neighborhood / Market Area</a:t>
          </a:r>
        </a:p>
      </dgm:t>
    </dgm:pt>
    <dgm:pt modelId="{4DE58DBC-3FD9-4C8E-8D2F-505EB28F655E}" type="parTrans" cxnId="{C129330D-6A63-41D5-9524-86DDCA2114B5}">
      <dgm:prSet/>
      <dgm:spPr/>
      <dgm:t>
        <a:bodyPr/>
        <a:lstStyle/>
        <a:p>
          <a:endParaRPr lang="en-US"/>
        </a:p>
      </dgm:t>
    </dgm:pt>
    <dgm:pt modelId="{FA5A11BA-BA3F-4A32-A747-393414449D9D}" type="sibTrans" cxnId="{C129330D-6A63-41D5-9524-86DDCA2114B5}">
      <dgm:prSet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Neighborhood with solid fill"/>
        </a:ext>
      </dgm:extLst>
    </dgm:pt>
    <dgm:pt modelId="{15FB432B-5020-4624-B6AE-6A034C8697DA}">
      <dgm:prSet phldrT="[Text]" phldr="0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Jurisdictional</a:t>
          </a:r>
        </a:p>
      </dgm:t>
    </dgm:pt>
    <dgm:pt modelId="{9C543F36-006C-4989-9480-6E2B4241A8C8}" type="parTrans" cxnId="{698C0A2C-127A-42FD-8C6D-541DA0FDD658}">
      <dgm:prSet/>
      <dgm:spPr/>
      <dgm:t>
        <a:bodyPr/>
        <a:lstStyle/>
        <a:p>
          <a:endParaRPr lang="en-US"/>
        </a:p>
      </dgm:t>
    </dgm:pt>
    <dgm:pt modelId="{99F20757-B452-477E-8A95-9619C13435A5}" type="sibTrans" cxnId="{698C0A2C-127A-42FD-8C6D-541DA0FDD658}">
      <dgm:prSet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choolhouse with solid fill"/>
        </a:ext>
      </dgm:extLst>
    </dgm:pt>
    <dgm:pt modelId="{AE90F3E8-912D-41E3-B967-FF5E93287CD5}">
      <dgm:prSet phldrT="[Text]" phldr="0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/>
            <a:t>CAD Wide</a:t>
          </a:r>
          <a:endParaRPr lang="en-US" dirty="0"/>
        </a:p>
      </dgm:t>
    </dgm:pt>
    <dgm:pt modelId="{A61854B4-3F62-46BB-B894-E3165C59B655}" type="parTrans" cxnId="{BA75EF54-470A-473C-B60D-0D159D6159D9}">
      <dgm:prSet/>
      <dgm:spPr/>
      <dgm:t>
        <a:bodyPr/>
        <a:lstStyle/>
        <a:p>
          <a:endParaRPr lang="en-US"/>
        </a:p>
      </dgm:t>
    </dgm:pt>
    <dgm:pt modelId="{D0FDC941-2EC6-4044-810C-545624EEA49A}" type="sibTrans" cxnId="{BA75EF54-470A-473C-B60D-0D159D6159D9}">
      <dgm:prSet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ity with solid fill"/>
        </a:ext>
      </dgm:extLst>
    </dgm:pt>
    <dgm:pt modelId="{6AC7FDA0-8DDB-440A-A2AC-A109CFEAB5C6}" type="pres">
      <dgm:prSet presAssocID="{33B59668-1173-43EB-8042-0BA499994CD1}" presName="Name0" presStyleCnt="0">
        <dgm:presLayoutVars>
          <dgm:chMax val="7"/>
          <dgm:chPref val="7"/>
          <dgm:dir/>
        </dgm:presLayoutVars>
      </dgm:prSet>
      <dgm:spPr/>
    </dgm:pt>
    <dgm:pt modelId="{FBFD3868-3576-4814-9C53-43050FECEEE0}" type="pres">
      <dgm:prSet presAssocID="{33B59668-1173-43EB-8042-0BA499994CD1}" presName="dot1" presStyleLbl="alignNode1" presStyleIdx="0" presStyleCnt="15"/>
      <dgm:spPr/>
    </dgm:pt>
    <dgm:pt modelId="{2543AB74-4823-4345-B1F4-73CAC006309E}" type="pres">
      <dgm:prSet presAssocID="{33B59668-1173-43EB-8042-0BA499994CD1}" presName="dot2" presStyleLbl="alignNode1" presStyleIdx="1" presStyleCnt="15"/>
      <dgm:spPr/>
    </dgm:pt>
    <dgm:pt modelId="{E33017EC-42D0-4B77-908C-4F2EC5FFA205}" type="pres">
      <dgm:prSet presAssocID="{33B59668-1173-43EB-8042-0BA499994CD1}" presName="dot3" presStyleLbl="alignNode1" presStyleIdx="2" presStyleCnt="15"/>
      <dgm:spPr/>
    </dgm:pt>
    <dgm:pt modelId="{6C6D2BE8-0A5A-4D52-B8B8-9E6ECE3874A4}" type="pres">
      <dgm:prSet presAssocID="{33B59668-1173-43EB-8042-0BA499994CD1}" presName="dot4" presStyleLbl="alignNode1" presStyleIdx="3" presStyleCnt="15"/>
      <dgm:spPr/>
    </dgm:pt>
    <dgm:pt modelId="{C205902D-F8FB-4EC0-84FE-62903616FD4E}" type="pres">
      <dgm:prSet presAssocID="{33B59668-1173-43EB-8042-0BA499994CD1}" presName="dot5" presStyleLbl="alignNode1" presStyleIdx="4" presStyleCnt="15"/>
      <dgm:spPr/>
    </dgm:pt>
    <dgm:pt modelId="{62D91A9A-5095-4725-B0A9-1C8E4988A2EA}" type="pres">
      <dgm:prSet presAssocID="{33B59668-1173-43EB-8042-0BA499994CD1}" presName="dot6" presStyleLbl="alignNode1" presStyleIdx="5" presStyleCnt="15"/>
      <dgm:spPr/>
    </dgm:pt>
    <dgm:pt modelId="{A7D83F2E-A66C-4F9F-A51E-CCFD8DDE6AA4}" type="pres">
      <dgm:prSet presAssocID="{33B59668-1173-43EB-8042-0BA499994CD1}" presName="dot7" presStyleLbl="alignNode1" presStyleIdx="6" presStyleCnt="15"/>
      <dgm:spPr/>
    </dgm:pt>
    <dgm:pt modelId="{90CEA50E-160F-4292-AA6C-AB30522788CB}" type="pres">
      <dgm:prSet presAssocID="{33B59668-1173-43EB-8042-0BA499994CD1}" presName="dot8" presStyleLbl="alignNode1" presStyleIdx="7" presStyleCnt="15"/>
      <dgm:spPr/>
    </dgm:pt>
    <dgm:pt modelId="{F140F6EE-0D45-4F7B-87E8-7B50E114312E}" type="pres">
      <dgm:prSet presAssocID="{33B59668-1173-43EB-8042-0BA499994CD1}" presName="dotArrow1" presStyleLbl="alignNode1" presStyleIdx="8" presStyleCnt="15"/>
      <dgm:spPr/>
    </dgm:pt>
    <dgm:pt modelId="{85AB745F-ECC2-4A1F-83BF-0D30CC13A368}" type="pres">
      <dgm:prSet presAssocID="{33B59668-1173-43EB-8042-0BA499994CD1}" presName="dotArrow2" presStyleLbl="alignNode1" presStyleIdx="9" presStyleCnt="15"/>
      <dgm:spPr/>
    </dgm:pt>
    <dgm:pt modelId="{E451F78A-E19C-41FC-B4ED-C28B01291D82}" type="pres">
      <dgm:prSet presAssocID="{33B59668-1173-43EB-8042-0BA499994CD1}" presName="dotArrow3" presStyleLbl="alignNode1" presStyleIdx="10" presStyleCnt="15"/>
      <dgm:spPr/>
    </dgm:pt>
    <dgm:pt modelId="{C346CE28-7AFF-4C01-97BB-BED1F761BABD}" type="pres">
      <dgm:prSet presAssocID="{33B59668-1173-43EB-8042-0BA499994CD1}" presName="dotArrow4" presStyleLbl="alignNode1" presStyleIdx="11" presStyleCnt="15"/>
      <dgm:spPr/>
    </dgm:pt>
    <dgm:pt modelId="{E8DE70EC-82E5-4210-A029-EEA9337626E9}" type="pres">
      <dgm:prSet presAssocID="{33B59668-1173-43EB-8042-0BA499994CD1}" presName="dotArrow5" presStyleLbl="alignNode1" presStyleIdx="12" presStyleCnt="15"/>
      <dgm:spPr/>
    </dgm:pt>
    <dgm:pt modelId="{C83DA45B-863D-420A-9E47-22F37F999E14}" type="pres">
      <dgm:prSet presAssocID="{33B59668-1173-43EB-8042-0BA499994CD1}" presName="dotArrow6" presStyleLbl="alignNode1" presStyleIdx="13" presStyleCnt="15"/>
      <dgm:spPr/>
    </dgm:pt>
    <dgm:pt modelId="{2361EB02-2480-4F2C-A592-6D8509F5E9D6}" type="pres">
      <dgm:prSet presAssocID="{33B59668-1173-43EB-8042-0BA499994CD1}" presName="dotArrow7" presStyleLbl="alignNode1" presStyleIdx="14" presStyleCnt="15"/>
      <dgm:spPr/>
    </dgm:pt>
    <dgm:pt modelId="{96CC1437-BBDB-4C50-9387-0C1A5182298F}" type="pres">
      <dgm:prSet presAssocID="{83794DD5-11E7-497B-BAFC-59DE0A136FE6}" presName="parTx1" presStyleLbl="node1" presStyleIdx="0" presStyleCnt="5"/>
      <dgm:spPr/>
    </dgm:pt>
    <dgm:pt modelId="{E3D0A1B2-0623-484A-BCE2-5FB61D723018}" type="pres">
      <dgm:prSet presAssocID="{86C8901E-28DF-48B8-9615-28AFBDD960F8}" presName="picture1" presStyleCnt="0"/>
      <dgm:spPr/>
    </dgm:pt>
    <dgm:pt modelId="{21D73DC1-3253-4890-A367-437CFC79F3B9}" type="pres">
      <dgm:prSet presAssocID="{86C8901E-28DF-48B8-9615-28AFBDD960F8}" presName="imageRepeatNode" presStyleLbl="fgImgPlace1" presStyleIdx="0" presStyleCnt="5"/>
      <dgm:spPr/>
    </dgm:pt>
    <dgm:pt modelId="{824307B0-6E7D-43B6-99A8-BC27D070E2CB}" type="pres">
      <dgm:prSet presAssocID="{36298654-DD66-4FB3-8085-71CE4EC12DD9}" presName="parTx2" presStyleLbl="node1" presStyleIdx="1" presStyleCnt="5"/>
      <dgm:spPr/>
    </dgm:pt>
    <dgm:pt modelId="{F7B0ECC0-2A87-4B27-A9D1-694DA5D13BD3}" type="pres">
      <dgm:prSet presAssocID="{CA668B9B-D72D-428D-8336-DE4C06245F6B}" presName="picture2" presStyleCnt="0"/>
      <dgm:spPr/>
    </dgm:pt>
    <dgm:pt modelId="{97213EBD-AF56-496B-BA65-BD5D6E111221}" type="pres">
      <dgm:prSet presAssocID="{CA668B9B-D72D-428D-8336-DE4C06245F6B}" presName="imageRepeatNode" presStyleLbl="fgImgPlace1" presStyleIdx="1" presStyleCnt="5"/>
      <dgm:spPr/>
    </dgm:pt>
    <dgm:pt modelId="{DBAE040D-0402-4C69-AFF9-C82FEFD8871E}" type="pres">
      <dgm:prSet presAssocID="{17BD2054-0C59-4187-98F0-66D295D90F65}" presName="parTx3" presStyleLbl="node1" presStyleIdx="2" presStyleCnt="5"/>
      <dgm:spPr/>
    </dgm:pt>
    <dgm:pt modelId="{E6A399F9-E3EF-4E6E-926B-88D07E8A2EB3}" type="pres">
      <dgm:prSet presAssocID="{FA5A11BA-BA3F-4A32-A747-393414449D9D}" presName="picture3" presStyleCnt="0"/>
      <dgm:spPr/>
    </dgm:pt>
    <dgm:pt modelId="{FC50990E-FBB0-4038-8F21-E6F8E15ADBF7}" type="pres">
      <dgm:prSet presAssocID="{FA5A11BA-BA3F-4A32-A747-393414449D9D}" presName="imageRepeatNode" presStyleLbl="fgImgPlace1" presStyleIdx="2" presStyleCnt="5"/>
      <dgm:spPr/>
    </dgm:pt>
    <dgm:pt modelId="{02440B37-96E5-46DD-BEF0-C8BE425A9450}" type="pres">
      <dgm:prSet presAssocID="{15FB432B-5020-4624-B6AE-6A034C8697DA}" presName="parTx4" presStyleLbl="node1" presStyleIdx="3" presStyleCnt="5"/>
      <dgm:spPr/>
    </dgm:pt>
    <dgm:pt modelId="{11E76DF0-302D-4E91-893A-F2048ACF8892}" type="pres">
      <dgm:prSet presAssocID="{99F20757-B452-477E-8A95-9619C13435A5}" presName="picture4" presStyleCnt="0"/>
      <dgm:spPr/>
    </dgm:pt>
    <dgm:pt modelId="{EA6D756E-FFA4-415C-AD9F-FFDA45364F48}" type="pres">
      <dgm:prSet presAssocID="{99F20757-B452-477E-8A95-9619C13435A5}" presName="imageRepeatNode" presStyleLbl="fgImgPlace1" presStyleIdx="3" presStyleCnt="5"/>
      <dgm:spPr/>
    </dgm:pt>
    <dgm:pt modelId="{27755C8B-B1F2-4497-8F4C-AC34D4610E75}" type="pres">
      <dgm:prSet presAssocID="{AE90F3E8-912D-41E3-B967-FF5E93287CD5}" presName="parTx5" presStyleLbl="node1" presStyleIdx="4" presStyleCnt="5"/>
      <dgm:spPr/>
    </dgm:pt>
    <dgm:pt modelId="{F2D37816-831F-4D8F-B8A2-A77BC8DC6D83}" type="pres">
      <dgm:prSet presAssocID="{D0FDC941-2EC6-4044-810C-545624EEA49A}" presName="picture5" presStyleCnt="0"/>
      <dgm:spPr/>
    </dgm:pt>
    <dgm:pt modelId="{024A56C2-A2B7-4C3C-9B84-8FD15704CFF3}" type="pres">
      <dgm:prSet presAssocID="{D0FDC941-2EC6-4044-810C-545624EEA49A}" presName="imageRepeatNode" presStyleLbl="fgImgPlace1" presStyleIdx="4" presStyleCnt="5"/>
      <dgm:spPr/>
    </dgm:pt>
  </dgm:ptLst>
  <dgm:cxnLst>
    <dgm:cxn modelId="{C129330D-6A63-41D5-9524-86DDCA2114B5}" srcId="{33B59668-1173-43EB-8042-0BA499994CD1}" destId="{17BD2054-0C59-4187-98F0-66D295D90F65}" srcOrd="2" destOrd="0" parTransId="{4DE58DBC-3FD9-4C8E-8D2F-505EB28F655E}" sibTransId="{FA5A11BA-BA3F-4A32-A747-393414449D9D}"/>
    <dgm:cxn modelId="{982F2013-1B1B-4ABF-9BB2-4E704667ED9E}" type="presOf" srcId="{17BD2054-0C59-4187-98F0-66D295D90F65}" destId="{DBAE040D-0402-4C69-AFF9-C82FEFD8871E}" srcOrd="0" destOrd="0" presId="urn:microsoft.com/office/officeart/2008/layout/AscendingPictureAccentProcess"/>
    <dgm:cxn modelId="{0B1CB61B-9C0C-4DBD-B59F-4FA7F3439A63}" type="presOf" srcId="{86C8901E-28DF-48B8-9615-28AFBDD960F8}" destId="{21D73DC1-3253-4890-A367-437CFC79F3B9}" srcOrd="0" destOrd="0" presId="urn:microsoft.com/office/officeart/2008/layout/AscendingPictureAccentProcess"/>
    <dgm:cxn modelId="{6D03071D-432A-4838-8A49-7E68441A9E5D}" type="presOf" srcId="{FA5A11BA-BA3F-4A32-A747-393414449D9D}" destId="{FC50990E-FBB0-4038-8F21-E6F8E15ADBF7}" srcOrd="0" destOrd="0" presId="urn:microsoft.com/office/officeart/2008/layout/AscendingPictureAccentProcess"/>
    <dgm:cxn modelId="{339E1C21-74C0-4037-9D48-14911143E6F6}" type="presOf" srcId="{83794DD5-11E7-497B-BAFC-59DE0A136FE6}" destId="{96CC1437-BBDB-4C50-9387-0C1A5182298F}" srcOrd="0" destOrd="0" presId="urn:microsoft.com/office/officeart/2008/layout/AscendingPictureAccentProcess"/>
    <dgm:cxn modelId="{698C0A2C-127A-42FD-8C6D-541DA0FDD658}" srcId="{33B59668-1173-43EB-8042-0BA499994CD1}" destId="{15FB432B-5020-4624-B6AE-6A034C8697DA}" srcOrd="3" destOrd="0" parTransId="{9C543F36-006C-4989-9480-6E2B4241A8C8}" sibTransId="{99F20757-B452-477E-8A95-9619C13435A5}"/>
    <dgm:cxn modelId="{5B083D2E-6F18-4568-840D-60B53E59C5E5}" type="presOf" srcId="{33B59668-1173-43EB-8042-0BA499994CD1}" destId="{6AC7FDA0-8DDB-440A-A2AC-A109CFEAB5C6}" srcOrd="0" destOrd="0" presId="urn:microsoft.com/office/officeart/2008/layout/AscendingPictureAccentProcess"/>
    <dgm:cxn modelId="{46BB4A66-3AA5-4277-BF54-5A6E96F5F5EF}" srcId="{33B59668-1173-43EB-8042-0BA499994CD1}" destId="{83794DD5-11E7-497B-BAFC-59DE0A136FE6}" srcOrd="0" destOrd="0" parTransId="{A1F6BB0D-3A0F-4AD5-811D-42892AC84324}" sibTransId="{86C8901E-28DF-48B8-9615-28AFBDD960F8}"/>
    <dgm:cxn modelId="{82B79768-D595-4CA4-9744-82AB9C4790F9}" type="presOf" srcId="{D0FDC941-2EC6-4044-810C-545624EEA49A}" destId="{024A56C2-A2B7-4C3C-9B84-8FD15704CFF3}" srcOrd="0" destOrd="0" presId="urn:microsoft.com/office/officeart/2008/layout/AscendingPictureAccentProcess"/>
    <dgm:cxn modelId="{B98D276A-F763-408E-8E58-EFD0D4ED9390}" srcId="{33B59668-1173-43EB-8042-0BA499994CD1}" destId="{36298654-DD66-4FB3-8085-71CE4EC12DD9}" srcOrd="1" destOrd="0" parTransId="{08EBB995-44BA-4C90-B2AD-A7588D7FE9FD}" sibTransId="{CA668B9B-D72D-428D-8336-DE4C06245F6B}"/>
    <dgm:cxn modelId="{BA75EF54-470A-473C-B60D-0D159D6159D9}" srcId="{33B59668-1173-43EB-8042-0BA499994CD1}" destId="{AE90F3E8-912D-41E3-B967-FF5E93287CD5}" srcOrd="4" destOrd="0" parTransId="{A61854B4-3F62-46BB-B894-E3165C59B655}" sibTransId="{D0FDC941-2EC6-4044-810C-545624EEA49A}"/>
    <dgm:cxn modelId="{8BEC9679-AE0C-4DFC-8ADB-0BC5EB307192}" type="presOf" srcId="{99F20757-B452-477E-8A95-9619C13435A5}" destId="{EA6D756E-FFA4-415C-AD9F-FFDA45364F48}" srcOrd="0" destOrd="0" presId="urn:microsoft.com/office/officeart/2008/layout/AscendingPictureAccentProcess"/>
    <dgm:cxn modelId="{F8ED81A2-42FC-4608-B9DA-B98CAB80287D}" type="presOf" srcId="{AE90F3E8-912D-41E3-B967-FF5E93287CD5}" destId="{27755C8B-B1F2-4497-8F4C-AC34D4610E75}" srcOrd="0" destOrd="0" presId="urn:microsoft.com/office/officeart/2008/layout/AscendingPictureAccentProcess"/>
    <dgm:cxn modelId="{E93BD2B8-3EE6-49CB-885D-2DB3B5224F8D}" type="presOf" srcId="{36298654-DD66-4FB3-8085-71CE4EC12DD9}" destId="{824307B0-6E7D-43B6-99A8-BC27D070E2CB}" srcOrd="0" destOrd="0" presId="urn:microsoft.com/office/officeart/2008/layout/AscendingPictureAccentProcess"/>
    <dgm:cxn modelId="{BDAFD9C2-2765-4E8E-A0E4-AA4D602CCC0D}" type="presOf" srcId="{15FB432B-5020-4624-B6AE-6A034C8697DA}" destId="{02440B37-96E5-46DD-BEF0-C8BE425A9450}" srcOrd="0" destOrd="0" presId="urn:microsoft.com/office/officeart/2008/layout/AscendingPictureAccentProcess"/>
    <dgm:cxn modelId="{651C33F0-3922-4C70-8529-08C6C4D30869}" type="presOf" srcId="{CA668B9B-D72D-428D-8336-DE4C06245F6B}" destId="{97213EBD-AF56-496B-BA65-BD5D6E111221}" srcOrd="0" destOrd="0" presId="urn:microsoft.com/office/officeart/2008/layout/AscendingPictureAccentProcess"/>
    <dgm:cxn modelId="{D5E41B59-CD57-4B6B-9FDA-FE20173A9554}" type="presParOf" srcId="{6AC7FDA0-8DDB-440A-A2AC-A109CFEAB5C6}" destId="{FBFD3868-3576-4814-9C53-43050FECEEE0}" srcOrd="0" destOrd="0" presId="urn:microsoft.com/office/officeart/2008/layout/AscendingPictureAccentProcess"/>
    <dgm:cxn modelId="{9FA7BE69-CDCD-4204-95F5-92B9DD9BCBF8}" type="presParOf" srcId="{6AC7FDA0-8DDB-440A-A2AC-A109CFEAB5C6}" destId="{2543AB74-4823-4345-B1F4-73CAC006309E}" srcOrd="1" destOrd="0" presId="urn:microsoft.com/office/officeart/2008/layout/AscendingPictureAccentProcess"/>
    <dgm:cxn modelId="{08EF1486-2F31-4008-A828-4A0E4EBDF7D7}" type="presParOf" srcId="{6AC7FDA0-8DDB-440A-A2AC-A109CFEAB5C6}" destId="{E33017EC-42D0-4B77-908C-4F2EC5FFA205}" srcOrd="2" destOrd="0" presId="urn:microsoft.com/office/officeart/2008/layout/AscendingPictureAccentProcess"/>
    <dgm:cxn modelId="{6032EC4D-D9BB-4594-AE2B-5727F16AA833}" type="presParOf" srcId="{6AC7FDA0-8DDB-440A-A2AC-A109CFEAB5C6}" destId="{6C6D2BE8-0A5A-4D52-B8B8-9E6ECE3874A4}" srcOrd="3" destOrd="0" presId="urn:microsoft.com/office/officeart/2008/layout/AscendingPictureAccentProcess"/>
    <dgm:cxn modelId="{59E8898D-5407-4800-B81A-B724E113EA51}" type="presParOf" srcId="{6AC7FDA0-8DDB-440A-A2AC-A109CFEAB5C6}" destId="{C205902D-F8FB-4EC0-84FE-62903616FD4E}" srcOrd="4" destOrd="0" presId="urn:microsoft.com/office/officeart/2008/layout/AscendingPictureAccentProcess"/>
    <dgm:cxn modelId="{8246D4CB-7514-49CB-A273-9ACDAEFB0BD2}" type="presParOf" srcId="{6AC7FDA0-8DDB-440A-A2AC-A109CFEAB5C6}" destId="{62D91A9A-5095-4725-B0A9-1C8E4988A2EA}" srcOrd="5" destOrd="0" presId="urn:microsoft.com/office/officeart/2008/layout/AscendingPictureAccentProcess"/>
    <dgm:cxn modelId="{8EF46FF2-FBC3-4606-A434-7C43BC054B62}" type="presParOf" srcId="{6AC7FDA0-8DDB-440A-A2AC-A109CFEAB5C6}" destId="{A7D83F2E-A66C-4F9F-A51E-CCFD8DDE6AA4}" srcOrd="6" destOrd="0" presId="urn:microsoft.com/office/officeart/2008/layout/AscendingPictureAccentProcess"/>
    <dgm:cxn modelId="{35765E01-1AE9-468B-99FD-335F979BBD1C}" type="presParOf" srcId="{6AC7FDA0-8DDB-440A-A2AC-A109CFEAB5C6}" destId="{90CEA50E-160F-4292-AA6C-AB30522788CB}" srcOrd="7" destOrd="0" presId="urn:microsoft.com/office/officeart/2008/layout/AscendingPictureAccentProcess"/>
    <dgm:cxn modelId="{F0D5EEA1-E9EB-4A05-8D2C-7EA3E0A3AAB6}" type="presParOf" srcId="{6AC7FDA0-8DDB-440A-A2AC-A109CFEAB5C6}" destId="{F140F6EE-0D45-4F7B-87E8-7B50E114312E}" srcOrd="8" destOrd="0" presId="urn:microsoft.com/office/officeart/2008/layout/AscendingPictureAccentProcess"/>
    <dgm:cxn modelId="{F6A13B36-462A-4C92-8590-443A4974E952}" type="presParOf" srcId="{6AC7FDA0-8DDB-440A-A2AC-A109CFEAB5C6}" destId="{85AB745F-ECC2-4A1F-83BF-0D30CC13A368}" srcOrd="9" destOrd="0" presId="urn:microsoft.com/office/officeart/2008/layout/AscendingPictureAccentProcess"/>
    <dgm:cxn modelId="{8F282C59-5CCE-4B6D-A0C4-5B87C3240210}" type="presParOf" srcId="{6AC7FDA0-8DDB-440A-A2AC-A109CFEAB5C6}" destId="{E451F78A-E19C-41FC-B4ED-C28B01291D82}" srcOrd="10" destOrd="0" presId="urn:microsoft.com/office/officeart/2008/layout/AscendingPictureAccentProcess"/>
    <dgm:cxn modelId="{52A22923-A50E-4F91-B2A2-78E5EC475D47}" type="presParOf" srcId="{6AC7FDA0-8DDB-440A-A2AC-A109CFEAB5C6}" destId="{C346CE28-7AFF-4C01-97BB-BED1F761BABD}" srcOrd="11" destOrd="0" presId="urn:microsoft.com/office/officeart/2008/layout/AscendingPictureAccentProcess"/>
    <dgm:cxn modelId="{5C8CEDF1-39F8-48BD-BEFA-5BA848372E0D}" type="presParOf" srcId="{6AC7FDA0-8DDB-440A-A2AC-A109CFEAB5C6}" destId="{E8DE70EC-82E5-4210-A029-EEA9337626E9}" srcOrd="12" destOrd="0" presId="urn:microsoft.com/office/officeart/2008/layout/AscendingPictureAccentProcess"/>
    <dgm:cxn modelId="{9D8A7BD4-F200-4FAC-B871-0F684BF0497B}" type="presParOf" srcId="{6AC7FDA0-8DDB-440A-A2AC-A109CFEAB5C6}" destId="{C83DA45B-863D-420A-9E47-22F37F999E14}" srcOrd="13" destOrd="0" presId="urn:microsoft.com/office/officeart/2008/layout/AscendingPictureAccentProcess"/>
    <dgm:cxn modelId="{AA2FC21B-E7C0-42E7-BFC5-FBC2B515F501}" type="presParOf" srcId="{6AC7FDA0-8DDB-440A-A2AC-A109CFEAB5C6}" destId="{2361EB02-2480-4F2C-A592-6D8509F5E9D6}" srcOrd="14" destOrd="0" presId="urn:microsoft.com/office/officeart/2008/layout/AscendingPictureAccentProcess"/>
    <dgm:cxn modelId="{72328050-B936-496C-8DBB-3137629676AE}" type="presParOf" srcId="{6AC7FDA0-8DDB-440A-A2AC-A109CFEAB5C6}" destId="{96CC1437-BBDB-4C50-9387-0C1A5182298F}" srcOrd="15" destOrd="0" presId="urn:microsoft.com/office/officeart/2008/layout/AscendingPictureAccentProcess"/>
    <dgm:cxn modelId="{BB433B37-A5DC-40B8-8C0D-480F2C56C840}" type="presParOf" srcId="{6AC7FDA0-8DDB-440A-A2AC-A109CFEAB5C6}" destId="{E3D0A1B2-0623-484A-BCE2-5FB61D723018}" srcOrd="16" destOrd="0" presId="urn:microsoft.com/office/officeart/2008/layout/AscendingPictureAccentProcess"/>
    <dgm:cxn modelId="{93FCD112-8925-44F7-A88C-73A5578A42E9}" type="presParOf" srcId="{E3D0A1B2-0623-484A-BCE2-5FB61D723018}" destId="{21D73DC1-3253-4890-A367-437CFC79F3B9}" srcOrd="0" destOrd="0" presId="urn:microsoft.com/office/officeart/2008/layout/AscendingPictureAccentProcess"/>
    <dgm:cxn modelId="{2001A9BE-8C81-4F00-82C9-F0814D063F24}" type="presParOf" srcId="{6AC7FDA0-8DDB-440A-A2AC-A109CFEAB5C6}" destId="{824307B0-6E7D-43B6-99A8-BC27D070E2CB}" srcOrd="17" destOrd="0" presId="urn:microsoft.com/office/officeart/2008/layout/AscendingPictureAccentProcess"/>
    <dgm:cxn modelId="{91D320F1-FEC6-4B8A-BECE-6881442A862A}" type="presParOf" srcId="{6AC7FDA0-8DDB-440A-A2AC-A109CFEAB5C6}" destId="{F7B0ECC0-2A87-4B27-A9D1-694DA5D13BD3}" srcOrd="18" destOrd="0" presId="urn:microsoft.com/office/officeart/2008/layout/AscendingPictureAccentProcess"/>
    <dgm:cxn modelId="{A638D1FD-4F31-4C71-91DF-45C6E443C81E}" type="presParOf" srcId="{F7B0ECC0-2A87-4B27-A9D1-694DA5D13BD3}" destId="{97213EBD-AF56-496B-BA65-BD5D6E111221}" srcOrd="0" destOrd="0" presId="urn:microsoft.com/office/officeart/2008/layout/AscendingPictureAccentProcess"/>
    <dgm:cxn modelId="{E0355ABE-C3C8-4DA9-ADAE-6DD6A46F7298}" type="presParOf" srcId="{6AC7FDA0-8DDB-440A-A2AC-A109CFEAB5C6}" destId="{DBAE040D-0402-4C69-AFF9-C82FEFD8871E}" srcOrd="19" destOrd="0" presId="urn:microsoft.com/office/officeart/2008/layout/AscendingPictureAccentProcess"/>
    <dgm:cxn modelId="{647AC539-0259-467E-9676-C135A87839D9}" type="presParOf" srcId="{6AC7FDA0-8DDB-440A-A2AC-A109CFEAB5C6}" destId="{E6A399F9-E3EF-4E6E-926B-88D07E8A2EB3}" srcOrd="20" destOrd="0" presId="urn:microsoft.com/office/officeart/2008/layout/AscendingPictureAccentProcess"/>
    <dgm:cxn modelId="{893A59B7-149C-418B-88E4-6E3FC12756FB}" type="presParOf" srcId="{E6A399F9-E3EF-4E6E-926B-88D07E8A2EB3}" destId="{FC50990E-FBB0-4038-8F21-E6F8E15ADBF7}" srcOrd="0" destOrd="0" presId="urn:microsoft.com/office/officeart/2008/layout/AscendingPictureAccentProcess"/>
    <dgm:cxn modelId="{28380E3C-FB68-4740-88CF-1302CF72D3C8}" type="presParOf" srcId="{6AC7FDA0-8DDB-440A-A2AC-A109CFEAB5C6}" destId="{02440B37-96E5-46DD-BEF0-C8BE425A9450}" srcOrd="21" destOrd="0" presId="urn:microsoft.com/office/officeart/2008/layout/AscendingPictureAccentProcess"/>
    <dgm:cxn modelId="{2102EBA4-6628-442E-B159-4CF9C6FC5D58}" type="presParOf" srcId="{6AC7FDA0-8DDB-440A-A2AC-A109CFEAB5C6}" destId="{11E76DF0-302D-4E91-893A-F2048ACF8892}" srcOrd="22" destOrd="0" presId="urn:microsoft.com/office/officeart/2008/layout/AscendingPictureAccentProcess"/>
    <dgm:cxn modelId="{E8E32F20-2EC7-42B6-BBDE-32D61F7525FA}" type="presParOf" srcId="{11E76DF0-302D-4E91-893A-F2048ACF8892}" destId="{EA6D756E-FFA4-415C-AD9F-FFDA45364F48}" srcOrd="0" destOrd="0" presId="urn:microsoft.com/office/officeart/2008/layout/AscendingPictureAccentProcess"/>
    <dgm:cxn modelId="{9FF4D126-F120-49A5-BEE7-D209C98FB85E}" type="presParOf" srcId="{6AC7FDA0-8DDB-440A-A2AC-A109CFEAB5C6}" destId="{27755C8B-B1F2-4497-8F4C-AC34D4610E75}" srcOrd="23" destOrd="0" presId="urn:microsoft.com/office/officeart/2008/layout/AscendingPictureAccentProcess"/>
    <dgm:cxn modelId="{0AD6C828-BD94-4A8F-926F-54989FFD03DA}" type="presParOf" srcId="{6AC7FDA0-8DDB-440A-A2AC-A109CFEAB5C6}" destId="{F2D37816-831F-4D8F-B8A2-A77BC8DC6D83}" srcOrd="24" destOrd="0" presId="urn:microsoft.com/office/officeart/2008/layout/AscendingPictureAccentProcess"/>
    <dgm:cxn modelId="{E5EAC1CF-57BD-4D0F-B89A-573A4B0960BD}" type="presParOf" srcId="{F2D37816-831F-4D8F-B8A2-A77BC8DC6D83}" destId="{024A56C2-A2B7-4C3C-9B84-8FD15704CFF3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1FA148-6518-465C-B64E-A7829BB33206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32012E7-8CC0-4F2C-B0FE-5DFD2C766480}">
      <dgm:prSet phldrT="[Text]" custT="1"/>
      <dgm:spPr/>
      <dgm:t>
        <a:bodyPr/>
        <a:lstStyle/>
        <a:p>
          <a:r>
            <a:rPr lang="en-US" sz="1400" noProof="1">
              <a:latin typeface="+mn-lt"/>
            </a:rPr>
            <a:t>Oversight Agencies</a:t>
          </a:r>
          <a:endParaRPr lang="en-US" sz="1400" dirty="0">
            <a:latin typeface="+mn-lt"/>
          </a:endParaRPr>
        </a:p>
      </dgm:t>
    </dgm:pt>
    <dgm:pt modelId="{9071D0F0-9E22-4B31-B460-C8AC717DDF8C}" type="parTrans" cxnId="{0734F411-6D63-46BC-960E-AB5E16E10410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0E1319D0-A0A0-4F00-ADBF-2E12EEC50A49}" type="sibTrans" cxnId="{0734F411-6D63-46BC-960E-AB5E16E10410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E25F310D-1426-401C-BF9B-4F2157131A62}">
      <dgm:prSet custT="1"/>
      <dgm:spPr/>
      <dgm:t>
        <a:bodyPr/>
        <a:lstStyle/>
        <a:p>
          <a:r>
            <a:rPr lang="en-US" sz="1400" noProof="1">
              <a:latin typeface="+mn-lt"/>
            </a:rPr>
            <a:t>Property Tax Assistance Division (PTAD)</a:t>
          </a:r>
        </a:p>
      </dgm:t>
    </dgm:pt>
    <dgm:pt modelId="{247C803E-70CF-45CE-9450-713631E8C3EB}" type="parTrans" cxnId="{8D5577BE-F195-451F-BF70-3F4726ED4A96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F998D1BE-52CF-41CE-83D2-EE2581B8DC7D}" type="sibTrans" cxnId="{8D5577BE-F195-451F-BF70-3F4726ED4A96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C636D10C-5491-4DCC-94FD-155A261FA8E4}">
      <dgm:prSet custT="1"/>
      <dgm:spPr/>
      <dgm:t>
        <a:bodyPr/>
        <a:lstStyle/>
        <a:p>
          <a:r>
            <a:rPr lang="en-US" sz="1400" noProof="1">
              <a:latin typeface="+mn-lt"/>
              <a:hlinkClick xmlns:r="http://schemas.openxmlformats.org/officeDocument/2006/relationships" r:id="rId1"/>
            </a:rPr>
            <a:t>Appraisal Data (EARS)</a:t>
          </a:r>
          <a:endParaRPr lang="en-US" sz="1400" noProof="1">
            <a:latin typeface="+mn-lt"/>
          </a:endParaRPr>
        </a:p>
      </dgm:t>
    </dgm:pt>
    <dgm:pt modelId="{69D124BA-BAB9-415F-A558-3129373583AD}" type="parTrans" cxnId="{42C4CFCD-AAED-41E4-9559-C5CBBE622C45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BE37C407-CCCC-49AA-A9B6-8BD95EA0A077}" type="sibTrans" cxnId="{42C4CFCD-AAED-41E4-9559-C5CBBE622C45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63E0CB55-EAC1-4F86-8DBC-983F9B45D8A2}">
      <dgm:prSet custT="1"/>
      <dgm:spPr/>
      <dgm:t>
        <a:bodyPr/>
        <a:lstStyle/>
        <a:p>
          <a:r>
            <a:rPr lang="en-US" sz="1400" noProof="1">
              <a:latin typeface="+mn-lt"/>
            </a:rPr>
            <a:t>Annually</a:t>
          </a:r>
        </a:p>
      </dgm:t>
    </dgm:pt>
    <dgm:pt modelId="{929B5F94-2721-40CA-A8C7-9914836D5AA6}" type="parTrans" cxnId="{1255DA7D-F7AB-462F-94CC-8E87C213FFD1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A843CD95-7C87-4788-B03C-D19DB62CB849}" type="sibTrans" cxnId="{1255DA7D-F7AB-462F-94CC-8E87C213FFD1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350A541A-B273-42D2-8087-E1D2D5F11465}">
      <dgm:prSet custT="1"/>
      <dgm:spPr/>
      <dgm:t>
        <a:bodyPr/>
        <a:lstStyle/>
        <a:p>
          <a:r>
            <a:rPr lang="en-US" sz="1400" noProof="1">
              <a:latin typeface="+mn-lt"/>
              <a:hlinkClick xmlns:r="http://schemas.openxmlformats.org/officeDocument/2006/relationships" r:id="rId2"/>
            </a:rPr>
            <a:t>Property Value Study (PVS)</a:t>
          </a:r>
          <a:endParaRPr lang="en-US" sz="1400" noProof="1">
            <a:latin typeface="+mn-lt"/>
          </a:endParaRPr>
        </a:p>
      </dgm:t>
    </dgm:pt>
    <dgm:pt modelId="{03501CAD-7D94-4217-9D6F-8D02FDC6DBCF}" type="parTrans" cxnId="{0E428F4C-5312-437B-BFB2-003D7888E4B1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05A39265-6470-4E9A-8C64-BED058BB8703}" type="sibTrans" cxnId="{0E428F4C-5312-437B-BFB2-003D7888E4B1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03C4553D-2D77-47D1-BC0F-9591D3F81D32}">
      <dgm:prSet custT="1"/>
      <dgm:spPr/>
      <dgm:t>
        <a:bodyPr/>
        <a:lstStyle/>
        <a:p>
          <a:r>
            <a:rPr lang="en-US" sz="1400" noProof="1">
              <a:latin typeface="+mn-lt"/>
            </a:rPr>
            <a:t>Even Years</a:t>
          </a:r>
        </a:p>
      </dgm:t>
    </dgm:pt>
    <dgm:pt modelId="{7E68B529-849E-4EE8-BF4B-3BB8FF642A55}" type="parTrans" cxnId="{7127DB2B-FDBD-4F67-89CE-299005380AFE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5F48232F-210E-4C04-88B8-643E2BE65D4B}" type="sibTrans" cxnId="{7127DB2B-FDBD-4F67-89CE-299005380AFE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D5841835-7747-4FF2-9A0E-B79E1BA6FC9B}">
      <dgm:prSet custT="1"/>
      <dgm:spPr/>
      <dgm:t>
        <a:bodyPr/>
        <a:lstStyle/>
        <a:p>
          <a:r>
            <a:rPr lang="en-US" sz="1400" noProof="1">
              <a:latin typeface="+mn-lt"/>
              <a:hlinkClick xmlns:r="http://schemas.openxmlformats.org/officeDocument/2006/relationships" r:id="rId3"/>
            </a:rPr>
            <a:t>Ratio Study</a:t>
          </a:r>
          <a:endParaRPr lang="en-US" sz="1400" noProof="1">
            <a:latin typeface="+mn-lt"/>
          </a:endParaRPr>
        </a:p>
      </dgm:t>
    </dgm:pt>
    <dgm:pt modelId="{E12171E4-FDE6-4C93-A682-4EE43023C62C}" type="parTrans" cxnId="{4AE895C9-D0AC-44D6-A6CC-A7DCD034ED6F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D8491FBA-579E-4E2E-84DB-15D943D7CEC2}" type="sibTrans" cxnId="{4AE895C9-D0AC-44D6-A6CC-A7DCD034ED6F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EA30A644-4EE7-4C6D-A0D2-C7A71BE90D3E}">
      <dgm:prSet custT="1"/>
      <dgm:spPr/>
      <dgm:t>
        <a:bodyPr/>
        <a:lstStyle/>
        <a:p>
          <a:r>
            <a:rPr lang="en-US" sz="1400" noProof="1">
              <a:latin typeface="+mn-lt"/>
            </a:rPr>
            <a:t>Even Years</a:t>
          </a:r>
        </a:p>
      </dgm:t>
    </dgm:pt>
    <dgm:pt modelId="{D0DCD082-7B12-4A34-A71A-2DA86ADE9C41}" type="parTrans" cxnId="{DDE8F7D8-C2C8-4380-8A0A-4294B9F50860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2B2B5C91-C71F-4B52-A4D4-36834AD82A35}" type="sibTrans" cxnId="{DDE8F7D8-C2C8-4380-8A0A-4294B9F50860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6AA3B797-0908-471A-AD83-5133B5C46C2B}">
      <dgm:prSet custT="1"/>
      <dgm:spPr/>
      <dgm:t>
        <a:bodyPr/>
        <a:lstStyle/>
        <a:p>
          <a:r>
            <a:rPr lang="en-US" sz="1400" noProof="1">
              <a:latin typeface="+mn-lt"/>
              <a:hlinkClick xmlns:r="http://schemas.openxmlformats.org/officeDocument/2006/relationships" r:id="rId4"/>
            </a:rPr>
            <a:t>Methods and Assistance Program (MAP)</a:t>
          </a:r>
          <a:endParaRPr lang="en-US" sz="1400" noProof="1">
            <a:latin typeface="+mn-lt"/>
          </a:endParaRPr>
        </a:p>
      </dgm:t>
    </dgm:pt>
    <dgm:pt modelId="{D825D7C1-3939-4F13-AE3A-FC2264D36C51}" type="parTrans" cxnId="{F7FABFF4-135C-4811-99E0-68432F2C775D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B138C5B1-FAD8-496A-8728-3483FF7E4614}" type="sibTrans" cxnId="{F7FABFF4-135C-4811-99E0-68432F2C775D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08D754F2-9B49-4258-A783-058E70C8B55F}">
      <dgm:prSet custT="1"/>
      <dgm:spPr/>
      <dgm:t>
        <a:bodyPr/>
        <a:lstStyle/>
        <a:p>
          <a:r>
            <a:rPr lang="en-US" sz="1400" noProof="1">
              <a:latin typeface="+mn-lt"/>
            </a:rPr>
            <a:t>Odd Years</a:t>
          </a:r>
        </a:p>
      </dgm:t>
    </dgm:pt>
    <dgm:pt modelId="{A8DC92AC-828E-4CBF-AC47-E59A2CD3531C}" type="parTrans" cxnId="{3437A34F-539D-46C0-9227-79735869A8C0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05F8A47C-34A3-4DEC-B9FB-F6EBFD739F37}" type="sibTrans" cxnId="{3437A34F-539D-46C0-9227-79735869A8C0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01F78035-5418-4817-932B-7FBBE3EF9BA1}">
      <dgm:prSet custT="1"/>
      <dgm:spPr/>
      <dgm:t>
        <a:bodyPr/>
        <a:lstStyle/>
        <a:p>
          <a:r>
            <a:rPr lang="en-US" sz="1400" noProof="1">
              <a:latin typeface="+mn-lt"/>
            </a:rPr>
            <a:t>Taxing Jurisdictions</a:t>
          </a:r>
        </a:p>
      </dgm:t>
    </dgm:pt>
    <dgm:pt modelId="{A118CF86-57EA-4303-86DF-B100680498F5}" type="parTrans" cxnId="{5702497E-96D8-4804-9F01-CDC0445F2795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D12CDCEA-B865-4F1F-B9C4-F631FCC74D46}" type="sibTrans" cxnId="{5702497E-96D8-4804-9F01-CDC0445F2795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8F136D2E-255E-4EBC-8F80-1077B391AF9E}">
      <dgm:prSet custT="1"/>
      <dgm:spPr>
        <a:solidFill>
          <a:schemeClr val="accent5"/>
        </a:solidFill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solidFill>
                <a:prstClr val="white"/>
              </a:solidFill>
              <a:latin typeface="+mn-lt"/>
              <a:ea typeface="+mn-ea"/>
              <a:cs typeface="+mn-cs"/>
              <a:hlinkClick xmlns:r="http://schemas.openxmlformats.org/officeDocument/2006/relationships" r:id="rId5"/>
            </a:rPr>
            <a:t>Certified Appraisal Roll</a:t>
          </a:r>
          <a:endParaRPr lang="en-US" sz="1400" kern="1200" noProof="1">
            <a:solidFill>
              <a:prstClr val="white"/>
            </a:solidFill>
            <a:latin typeface="+mn-lt"/>
            <a:ea typeface="+mn-ea"/>
            <a:cs typeface="+mn-cs"/>
          </a:endParaRPr>
        </a:p>
      </dgm:t>
    </dgm:pt>
    <dgm:pt modelId="{0D6314F1-5F98-4031-BEAF-7698C1C24AAD}" type="parTrans" cxnId="{4F35AFC5-79E0-4E08-BA95-D4E1CDC28506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63BEF368-A5CB-4538-BDB6-773809E1E11F}" type="sibTrans" cxnId="{4F35AFC5-79E0-4E08-BA95-D4E1CDC28506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0613980C-01FB-420C-AA10-EF8E0CCCECA5}">
      <dgm:prSet custT="1"/>
      <dgm:spPr>
        <a:solidFill>
          <a:schemeClr val="accent6"/>
        </a:solidFill>
      </dgm:spPr>
      <dgm:t>
        <a:bodyPr/>
        <a:lstStyle/>
        <a:p>
          <a:r>
            <a:rPr lang="en-US" sz="1400" noProof="1">
              <a:latin typeface="+mn-lt"/>
            </a:rPr>
            <a:t>Annually</a:t>
          </a:r>
        </a:p>
      </dgm:t>
    </dgm:pt>
    <dgm:pt modelId="{390FB847-2D15-48BC-B08E-1A7487795D46}" type="parTrans" cxnId="{D5D245D8-D079-4998-B413-241A72855C00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571B1A6F-CD13-462E-8826-EC8FFF65EC6D}" type="sibTrans" cxnId="{D5D245D8-D079-4998-B413-241A72855C00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F5025464-A857-4367-A354-88B538C2E842}">
      <dgm:prSet custT="1"/>
      <dgm:spPr>
        <a:solidFill>
          <a:schemeClr val="accent5"/>
        </a:solidFill>
      </dgm:spPr>
      <dgm:t>
        <a:bodyPr/>
        <a:lstStyle/>
        <a:p>
          <a:r>
            <a:rPr lang="en-US" sz="1400" kern="1200" noProof="1">
              <a:latin typeface="+mn-lt"/>
              <a:hlinkClick xmlns:r="http://schemas.openxmlformats.org/officeDocument/2006/relationships" r:id="rId5"/>
            </a:rPr>
            <a:t>Supplemental Appraisal </a:t>
          </a:r>
          <a:r>
            <a:rPr lang="en-US" sz="1400" kern="1200" noProof="1">
              <a:solidFill>
                <a:prstClr val="white"/>
              </a:solidFill>
              <a:latin typeface="+mn-lt"/>
              <a:ea typeface="+mn-ea"/>
              <a:cs typeface="+mn-cs"/>
              <a:hlinkClick xmlns:r="http://schemas.openxmlformats.org/officeDocument/2006/relationships" r:id="rId5"/>
            </a:rPr>
            <a:t>Roll</a:t>
          </a:r>
          <a:endParaRPr lang="en-US" sz="1400" kern="1200" noProof="1">
            <a:solidFill>
              <a:prstClr val="white"/>
            </a:solidFill>
            <a:latin typeface="+mn-lt"/>
            <a:ea typeface="+mn-ea"/>
            <a:cs typeface="+mn-cs"/>
          </a:endParaRPr>
        </a:p>
      </dgm:t>
    </dgm:pt>
    <dgm:pt modelId="{905848B4-F235-40BE-BD06-357DC93FA668}" type="parTrans" cxnId="{318577BB-4F00-4C84-B461-A0A083F810BF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43049456-12B0-4572-904A-FEF636314BA1}" type="sibTrans" cxnId="{318577BB-4F00-4C84-B461-A0A083F810BF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400261A5-1437-44E8-9F87-9D8790BCDA70}">
      <dgm:prSet custT="1"/>
      <dgm:spPr>
        <a:solidFill>
          <a:schemeClr val="accent6"/>
        </a:solidFill>
      </dgm:spPr>
      <dgm:t>
        <a:bodyPr/>
        <a:lstStyle/>
        <a:p>
          <a:r>
            <a:rPr lang="en-US" sz="1400" noProof="1">
              <a:latin typeface="+mn-lt"/>
            </a:rPr>
            <a:t>Monthly</a:t>
          </a:r>
        </a:p>
      </dgm:t>
    </dgm:pt>
    <dgm:pt modelId="{01A43DCA-DFF9-4B5A-A9BC-40D831A22C97}" type="parTrans" cxnId="{4ACFAC8D-8FFE-4D36-871F-6BAB4919771F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53466E2F-3BD7-4DD9-88B7-D0EDD823931D}" type="sibTrans" cxnId="{4ACFAC8D-8FFE-4D36-871F-6BAB4919771F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4C387C7F-FE75-43A5-A589-E55474C4DE0F}">
      <dgm:prSet custT="1"/>
      <dgm:spPr>
        <a:solidFill>
          <a:schemeClr val="accent5"/>
        </a:solidFill>
      </dgm:spPr>
      <dgm:t>
        <a:bodyPr/>
        <a:lstStyle/>
        <a:p>
          <a:r>
            <a:rPr lang="en-US" sz="1400" noProof="1">
              <a:latin typeface="+mn-lt"/>
              <a:hlinkClick xmlns:r="http://schemas.openxmlformats.org/officeDocument/2006/relationships" r:id="rId6" action="ppaction://hlinkfile"/>
            </a:rPr>
            <a:t>Ad Hoc Requests</a:t>
          </a:r>
          <a:endParaRPr lang="en-US" sz="1400" noProof="1">
            <a:latin typeface="+mn-lt"/>
          </a:endParaRPr>
        </a:p>
      </dgm:t>
    </dgm:pt>
    <dgm:pt modelId="{802ADBA6-7990-4055-8ED2-411EA5F62DC2}" type="parTrans" cxnId="{21284AF7-0C50-44AB-92C6-E8A898C9C34C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190889BA-AFC1-4A99-83A6-C0096E91F8A5}" type="sibTrans" cxnId="{21284AF7-0C50-44AB-92C6-E8A898C9C34C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72DBC3A0-BF15-40FC-9615-04E050C71910}">
      <dgm:prSet custT="1"/>
      <dgm:spPr>
        <a:solidFill>
          <a:schemeClr val="accent6"/>
        </a:solidFill>
      </dgm:spPr>
      <dgm:t>
        <a:bodyPr/>
        <a:lstStyle/>
        <a:p>
          <a:r>
            <a:rPr lang="en-US" sz="1400" noProof="1">
              <a:latin typeface="+mn-lt"/>
            </a:rPr>
            <a:t>Intermittently</a:t>
          </a:r>
          <a:endParaRPr lang="en-US" sz="1400" dirty="0">
            <a:latin typeface="+mn-lt"/>
          </a:endParaRPr>
        </a:p>
      </dgm:t>
    </dgm:pt>
    <dgm:pt modelId="{0D3363CC-AD91-46EF-9D91-59F36FC56257}" type="parTrans" cxnId="{E7631581-D713-4184-B2C3-2DFB083745FA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138E6928-8124-4646-9B1E-150440EFBB6A}" type="sibTrans" cxnId="{E7631581-D713-4184-B2C3-2DFB083745FA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56997FEE-5401-4B97-BD21-6013572C3C2A}">
      <dgm:prSet custT="1"/>
      <dgm:spPr/>
      <dgm:t>
        <a:bodyPr/>
        <a:lstStyle/>
        <a:p>
          <a:r>
            <a:rPr lang="en-US" sz="1400" noProof="1">
              <a:latin typeface="+mn-lt"/>
            </a:rPr>
            <a:t>Municpal Bond Auditors</a:t>
          </a:r>
        </a:p>
      </dgm:t>
    </dgm:pt>
    <dgm:pt modelId="{1E4228A1-062D-411B-904D-4D43AD2A2D62}" type="parTrans" cxnId="{D2C93D89-55E2-4380-B6A4-EC164F155331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7736259B-BDA7-42CC-A789-4DD9A301ED14}" type="sibTrans" cxnId="{D2C93D89-55E2-4380-B6A4-EC164F155331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6A0EFED3-2BFF-416E-9FA2-34662C03FDD7}">
      <dgm:prSet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solidFill>
                <a:prstClr val="white"/>
              </a:solidFill>
              <a:latin typeface="+mn-lt"/>
              <a:ea typeface="+mn-ea"/>
              <a:cs typeface="+mn-cs"/>
              <a:hlinkClick xmlns:r="http://schemas.openxmlformats.org/officeDocument/2006/relationships" r:id="rId7" action="ppaction://hlinkfile"/>
            </a:rPr>
            <a:t>Audit Verification Requests</a:t>
          </a:r>
          <a:endParaRPr lang="en-US" sz="1400" kern="1200" noProof="1">
            <a:solidFill>
              <a:prstClr val="white"/>
            </a:solidFill>
            <a:latin typeface="+mn-lt"/>
            <a:ea typeface="+mn-ea"/>
            <a:cs typeface="+mn-cs"/>
          </a:endParaRPr>
        </a:p>
      </dgm:t>
    </dgm:pt>
    <dgm:pt modelId="{BB2A2322-F9D3-41AE-A955-E1AF771A039E}" type="parTrans" cxnId="{3C562ECD-7CE6-44DF-AC9E-0ACB6F6CD1F9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D3C157ED-C187-4C18-AFC6-6AFD0F3D04D8}" type="sibTrans" cxnId="{3C562ECD-7CE6-44DF-AC9E-0ACB6F6CD1F9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DC028D9E-2152-400D-9BDD-57856EDFF016}">
      <dgm:prSet custT="1"/>
      <dgm:spPr>
        <a:solidFill>
          <a:schemeClr val="accent2"/>
        </a:solidFill>
      </dgm:spPr>
      <dgm:t>
        <a:bodyPr/>
        <a:lstStyle/>
        <a:p>
          <a:r>
            <a:rPr lang="en-US" sz="1400">
              <a:latin typeface="+mn-lt"/>
            </a:rPr>
            <a:t>Internal</a:t>
          </a:r>
          <a:endParaRPr lang="en-US" sz="1400" dirty="0">
            <a:latin typeface="+mn-lt"/>
          </a:endParaRPr>
        </a:p>
      </dgm:t>
    </dgm:pt>
    <dgm:pt modelId="{9E0D2F3C-F853-4FD7-B578-C9E2E4F1C487}" type="parTrans" cxnId="{69DBE022-F044-46D7-9035-79C9E14715D9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027FDE57-7C51-4A56-8CF4-BAFCE179D736}" type="sibTrans" cxnId="{69DBE022-F044-46D7-9035-79C9E14715D9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13B62198-CC1C-49F5-BF8D-1A42A092C55A}">
      <dgm:prSet custT="1"/>
      <dgm:spPr>
        <a:solidFill>
          <a:schemeClr val="accent5"/>
        </a:solidFill>
      </dgm:spPr>
      <dgm:t>
        <a:bodyPr/>
        <a:lstStyle/>
        <a:p>
          <a:r>
            <a:rPr lang="en-US" sz="1400" dirty="0">
              <a:latin typeface="+mn-lt"/>
              <a:hlinkClick xmlns:r="http://schemas.openxmlformats.org/officeDocument/2006/relationships" r:id="rId8" action="ppaction://hlinkfile"/>
            </a:rPr>
            <a:t>Statistical Analysis</a:t>
          </a:r>
          <a:endParaRPr lang="en-US" sz="1400" dirty="0">
            <a:latin typeface="+mn-lt"/>
          </a:endParaRPr>
        </a:p>
      </dgm:t>
    </dgm:pt>
    <dgm:pt modelId="{9E77DCD3-D412-4095-B4E8-96235DE94024}" type="parTrans" cxnId="{B17309C9-55F8-4474-A8FA-D483E563F47D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087E44A3-8DFF-4177-A4F4-4787AEAED2EA}" type="sibTrans" cxnId="{B17309C9-55F8-4474-A8FA-D483E563F47D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660A259B-3F40-4CC9-A122-D9E3D3617E8A}">
      <dgm:prSet custT="1"/>
      <dgm:spPr>
        <a:solidFill>
          <a:schemeClr val="accent6"/>
        </a:solidFill>
      </dgm:spPr>
      <dgm:t>
        <a:bodyPr/>
        <a:lstStyle/>
        <a:p>
          <a:r>
            <a:rPr lang="en-US" sz="1400" dirty="0">
              <a:latin typeface="+mn-lt"/>
            </a:rPr>
            <a:t>Semi-annually</a:t>
          </a:r>
        </a:p>
      </dgm:t>
    </dgm:pt>
    <dgm:pt modelId="{36CA7CB5-3A21-432E-9BFF-3A159BECB9CF}" type="parTrans" cxnId="{BBB304CB-475B-411E-BBC3-F70321AA9BE6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FEC0F6E5-722A-4E4C-AAFC-23B0CD7EB3FB}" type="sibTrans" cxnId="{BBB304CB-475B-411E-BBC3-F70321AA9BE6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C3C1E46A-6E3C-48CE-8804-B4279D97DB24}">
      <dgm:prSet custT="1"/>
      <dgm:spPr>
        <a:solidFill>
          <a:schemeClr val="accent6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solidFill>
                <a:prstClr val="white"/>
              </a:solidFill>
              <a:latin typeface="+mn-lt"/>
              <a:ea typeface="+mn-ea"/>
              <a:cs typeface="+mn-cs"/>
            </a:rPr>
            <a:t>Annually</a:t>
          </a:r>
        </a:p>
      </dgm:t>
    </dgm:pt>
    <dgm:pt modelId="{391C319F-A228-4C29-A42F-C5685AD8D3DC}" type="parTrans" cxnId="{0BB36A29-4BA4-4838-82FC-64E486504A6F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CC7F6BE5-A771-4354-97E7-BC96DE42DDC5}" type="sibTrans" cxnId="{0BB36A29-4BA4-4838-82FC-64E486504A6F}">
      <dgm:prSet/>
      <dgm:spPr/>
      <dgm:t>
        <a:bodyPr/>
        <a:lstStyle/>
        <a:p>
          <a:endParaRPr lang="en-US" sz="1400">
            <a:latin typeface="+mn-lt"/>
          </a:endParaRPr>
        </a:p>
      </dgm:t>
    </dgm:pt>
    <dgm:pt modelId="{3CF6A7EC-229E-4886-A4B2-D85DC120BED5}" type="pres">
      <dgm:prSet presAssocID="{811FA148-6518-465C-B64E-A7829BB332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5AA74B1-D130-4586-AD5C-5CE1D5D97050}" type="pres">
      <dgm:prSet presAssocID="{332012E7-8CC0-4F2C-B0FE-5DFD2C766480}" presName="hierRoot1" presStyleCnt="0">
        <dgm:presLayoutVars>
          <dgm:hierBranch val="init"/>
        </dgm:presLayoutVars>
      </dgm:prSet>
      <dgm:spPr/>
    </dgm:pt>
    <dgm:pt modelId="{FA279722-8F75-4436-B37E-8910774A1AF4}" type="pres">
      <dgm:prSet presAssocID="{332012E7-8CC0-4F2C-B0FE-5DFD2C766480}" presName="rootComposite1" presStyleCnt="0"/>
      <dgm:spPr/>
    </dgm:pt>
    <dgm:pt modelId="{81DC2084-BB8D-46AF-9DA2-CCD51FDCC742}" type="pres">
      <dgm:prSet presAssocID="{332012E7-8CC0-4F2C-B0FE-5DFD2C766480}" presName="rootText1" presStyleLbl="node0" presStyleIdx="0" presStyleCnt="3">
        <dgm:presLayoutVars>
          <dgm:chPref val="3"/>
        </dgm:presLayoutVars>
      </dgm:prSet>
      <dgm:spPr/>
    </dgm:pt>
    <dgm:pt modelId="{8A86E067-CF2C-4D54-BBFE-BE566D879E3E}" type="pres">
      <dgm:prSet presAssocID="{332012E7-8CC0-4F2C-B0FE-5DFD2C766480}" presName="rootConnector1" presStyleLbl="node1" presStyleIdx="0" presStyleCnt="0"/>
      <dgm:spPr/>
    </dgm:pt>
    <dgm:pt modelId="{030B27A5-0304-4D24-A742-D806643CC0FD}" type="pres">
      <dgm:prSet presAssocID="{332012E7-8CC0-4F2C-B0FE-5DFD2C766480}" presName="hierChild2" presStyleCnt="0"/>
      <dgm:spPr/>
    </dgm:pt>
    <dgm:pt modelId="{76F5CD99-9129-42D9-B6AF-31FEC0019680}" type="pres">
      <dgm:prSet presAssocID="{247C803E-70CF-45CE-9450-713631E8C3EB}" presName="Name64" presStyleLbl="parChTrans1D2" presStyleIdx="0" presStyleCnt="6"/>
      <dgm:spPr/>
    </dgm:pt>
    <dgm:pt modelId="{6917B0E1-EB39-4DF3-A695-3AEE848F1F43}" type="pres">
      <dgm:prSet presAssocID="{E25F310D-1426-401C-BF9B-4F2157131A62}" presName="hierRoot2" presStyleCnt="0">
        <dgm:presLayoutVars>
          <dgm:hierBranch val="init"/>
        </dgm:presLayoutVars>
      </dgm:prSet>
      <dgm:spPr/>
    </dgm:pt>
    <dgm:pt modelId="{4551950D-FD38-4968-A872-65CE91B570DC}" type="pres">
      <dgm:prSet presAssocID="{E25F310D-1426-401C-BF9B-4F2157131A62}" presName="rootComposite" presStyleCnt="0"/>
      <dgm:spPr/>
    </dgm:pt>
    <dgm:pt modelId="{7240494A-19C0-4010-8116-B264A4ED9E06}" type="pres">
      <dgm:prSet presAssocID="{E25F310D-1426-401C-BF9B-4F2157131A62}" presName="rootText" presStyleLbl="node2" presStyleIdx="0" presStyleCnt="6">
        <dgm:presLayoutVars>
          <dgm:chPref val="3"/>
        </dgm:presLayoutVars>
      </dgm:prSet>
      <dgm:spPr/>
    </dgm:pt>
    <dgm:pt modelId="{20C8F681-45CB-43AF-86E0-E7BADA2870C6}" type="pres">
      <dgm:prSet presAssocID="{E25F310D-1426-401C-BF9B-4F2157131A62}" presName="rootConnector" presStyleLbl="node2" presStyleIdx="0" presStyleCnt="6"/>
      <dgm:spPr/>
    </dgm:pt>
    <dgm:pt modelId="{934C5E3A-A87F-454E-8CC9-642D5ABA69AA}" type="pres">
      <dgm:prSet presAssocID="{E25F310D-1426-401C-BF9B-4F2157131A62}" presName="hierChild4" presStyleCnt="0"/>
      <dgm:spPr/>
    </dgm:pt>
    <dgm:pt modelId="{51ED504C-5AAB-4EA5-93CC-CE64C6D8B987}" type="pres">
      <dgm:prSet presAssocID="{69D124BA-BAB9-415F-A558-3129373583AD}" presName="Name64" presStyleLbl="parChTrans1D3" presStyleIdx="0" presStyleCnt="9"/>
      <dgm:spPr/>
    </dgm:pt>
    <dgm:pt modelId="{8B9AD326-2D7A-4133-B4C3-0B3C1B746BFB}" type="pres">
      <dgm:prSet presAssocID="{C636D10C-5491-4DCC-94FD-155A261FA8E4}" presName="hierRoot2" presStyleCnt="0">
        <dgm:presLayoutVars>
          <dgm:hierBranch val="init"/>
        </dgm:presLayoutVars>
      </dgm:prSet>
      <dgm:spPr/>
    </dgm:pt>
    <dgm:pt modelId="{90EEDF66-5CA0-4267-A2C2-C1B7660DBB34}" type="pres">
      <dgm:prSet presAssocID="{C636D10C-5491-4DCC-94FD-155A261FA8E4}" presName="rootComposite" presStyleCnt="0"/>
      <dgm:spPr/>
    </dgm:pt>
    <dgm:pt modelId="{1B1FB3C0-42B5-4723-B869-C6F1A151E89A}" type="pres">
      <dgm:prSet presAssocID="{C636D10C-5491-4DCC-94FD-155A261FA8E4}" presName="rootText" presStyleLbl="node3" presStyleIdx="0" presStyleCnt="9">
        <dgm:presLayoutVars>
          <dgm:chPref val="3"/>
        </dgm:presLayoutVars>
      </dgm:prSet>
      <dgm:spPr/>
    </dgm:pt>
    <dgm:pt modelId="{24569840-8F7C-49D0-A675-C04BB6E13F4C}" type="pres">
      <dgm:prSet presAssocID="{C636D10C-5491-4DCC-94FD-155A261FA8E4}" presName="rootConnector" presStyleLbl="node3" presStyleIdx="0" presStyleCnt="9"/>
      <dgm:spPr/>
    </dgm:pt>
    <dgm:pt modelId="{253E8C91-C569-4AD9-9415-AFB78CAB9C00}" type="pres">
      <dgm:prSet presAssocID="{C636D10C-5491-4DCC-94FD-155A261FA8E4}" presName="hierChild4" presStyleCnt="0"/>
      <dgm:spPr/>
    </dgm:pt>
    <dgm:pt modelId="{FDF68713-827F-466D-8EEF-DFFF3F63F0F9}" type="pres">
      <dgm:prSet presAssocID="{929B5F94-2721-40CA-A8C7-9914836D5AA6}" presName="Name64" presStyleLbl="parChTrans1D4" presStyleIdx="0" presStyleCnt="5"/>
      <dgm:spPr/>
    </dgm:pt>
    <dgm:pt modelId="{A55AA1B7-06AE-44CC-9E1C-DD77DF79EC45}" type="pres">
      <dgm:prSet presAssocID="{63E0CB55-EAC1-4F86-8DBC-983F9B45D8A2}" presName="hierRoot2" presStyleCnt="0">
        <dgm:presLayoutVars>
          <dgm:hierBranch val="init"/>
        </dgm:presLayoutVars>
      </dgm:prSet>
      <dgm:spPr/>
    </dgm:pt>
    <dgm:pt modelId="{38D56BC0-D9F1-4752-9847-2F91EEEFD935}" type="pres">
      <dgm:prSet presAssocID="{63E0CB55-EAC1-4F86-8DBC-983F9B45D8A2}" presName="rootComposite" presStyleCnt="0"/>
      <dgm:spPr/>
    </dgm:pt>
    <dgm:pt modelId="{15028947-AF2B-417E-91C1-265004CAFD09}" type="pres">
      <dgm:prSet presAssocID="{63E0CB55-EAC1-4F86-8DBC-983F9B45D8A2}" presName="rootText" presStyleLbl="node4" presStyleIdx="0" presStyleCnt="5">
        <dgm:presLayoutVars>
          <dgm:chPref val="3"/>
        </dgm:presLayoutVars>
      </dgm:prSet>
      <dgm:spPr/>
    </dgm:pt>
    <dgm:pt modelId="{B5AC43BF-2CE5-404B-BEF5-EC3356145FA2}" type="pres">
      <dgm:prSet presAssocID="{63E0CB55-EAC1-4F86-8DBC-983F9B45D8A2}" presName="rootConnector" presStyleLbl="node4" presStyleIdx="0" presStyleCnt="5"/>
      <dgm:spPr/>
    </dgm:pt>
    <dgm:pt modelId="{0E7078DD-21A3-4DEE-BE56-FCB911B66241}" type="pres">
      <dgm:prSet presAssocID="{63E0CB55-EAC1-4F86-8DBC-983F9B45D8A2}" presName="hierChild4" presStyleCnt="0"/>
      <dgm:spPr/>
    </dgm:pt>
    <dgm:pt modelId="{5FF1816C-36DA-44FB-AC24-4F50F3684395}" type="pres">
      <dgm:prSet presAssocID="{63E0CB55-EAC1-4F86-8DBC-983F9B45D8A2}" presName="hierChild5" presStyleCnt="0"/>
      <dgm:spPr/>
    </dgm:pt>
    <dgm:pt modelId="{216F3DDA-B285-4E68-BBDF-1786931E1D69}" type="pres">
      <dgm:prSet presAssocID="{C636D10C-5491-4DCC-94FD-155A261FA8E4}" presName="hierChild5" presStyleCnt="0"/>
      <dgm:spPr/>
    </dgm:pt>
    <dgm:pt modelId="{47D975E8-7FE8-4E61-ADAD-74CFD07DF8E5}" type="pres">
      <dgm:prSet presAssocID="{03501CAD-7D94-4217-9D6F-8D02FDC6DBCF}" presName="Name64" presStyleLbl="parChTrans1D3" presStyleIdx="1" presStyleCnt="9"/>
      <dgm:spPr/>
    </dgm:pt>
    <dgm:pt modelId="{BC69CC2F-22D7-41A8-866B-04E5A1164E4E}" type="pres">
      <dgm:prSet presAssocID="{350A541A-B273-42D2-8087-E1D2D5F11465}" presName="hierRoot2" presStyleCnt="0">
        <dgm:presLayoutVars>
          <dgm:hierBranch val="init"/>
        </dgm:presLayoutVars>
      </dgm:prSet>
      <dgm:spPr/>
    </dgm:pt>
    <dgm:pt modelId="{AA53358D-FFDD-400E-9C35-EF56DDA489F1}" type="pres">
      <dgm:prSet presAssocID="{350A541A-B273-42D2-8087-E1D2D5F11465}" presName="rootComposite" presStyleCnt="0"/>
      <dgm:spPr/>
    </dgm:pt>
    <dgm:pt modelId="{2D73AFAB-7BED-4276-976C-DCC7B22BECF6}" type="pres">
      <dgm:prSet presAssocID="{350A541A-B273-42D2-8087-E1D2D5F11465}" presName="rootText" presStyleLbl="node3" presStyleIdx="1" presStyleCnt="9">
        <dgm:presLayoutVars>
          <dgm:chPref val="3"/>
        </dgm:presLayoutVars>
      </dgm:prSet>
      <dgm:spPr/>
    </dgm:pt>
    <dgm:pt modelId="{CB9FBEDC-21B7-4971-AF3D-8B96CC0EB528}" type="pres">
      <dgm:prSet presAssocID="{350A541A-B273-42D2-8087-E1D2D5F11465}" presName="rootConnector" presStyleLbl="node3" presStyleIdx="1" presStyleCnt="9"/>
      <dgm:spPr/>
    </dgm:pt>
    <dgm:pt modelId="{60B6D3CD-5AB2-4314-87CC-1331E3D86DB4}" type="pres">
      <dgm:prSet presAssocID="{350A541A-B273-42D2-8087-E1D2D5F11465}" presName="hierChild4" presStyleCnt="0"/>
      <dgm:spPr/>
    </dgm:pt>
    <dgm:pt modelId="{0B8B57D7-67EE-40AA-918A-355D30EBCF42}" type="pres">
      <dgm:prSet presAssocID="{7E68B529-849E-4EE8-BF4B-3BB8FF642A55}" presName="Name64" presStyleLbl="parChTrans1D4" presStyleIdx="1" presStyleCnt="5"/>
      <dgm:spPr/>
    </dgm:pt>
    <dgm:pt modelId="{315A7A54-CC44-4DFA-A030-11F567FB8E78}" type="pres">
      <dgm:prSet presAssocID="{03C4553D-2D77-47D1-BC0F-9591D3F81D32}" presName="hierRoot2" presStyleCnt="0">
        <dgm:presLayoutVars>
          <dgm:hierBranch val="init"/>
        </dgm:presLayoutVars>
      </dgm:prSet>
      <dgm:spPr/>
    </dgm:pt>
    <dgm:pt modelId="{55970E58-DCB4-429E-A25A-A3F2323C6906}" type="pres">
      <dgm:prSet presAssocID="{03C4553D-2D77-47D1-BC0F-9591D3F81D32}" presName="rootComposite" presStyleCnt="0"/>
      <dgm:spPr/>
    </dgm:pt>
    <dgm:pt modelId="{13B80830-2B76-451D-A698-ACC71B5EFB38}" type="pres">
      <dgm:prSet presAssocID="{03C4553D-2D77-47D1-BC0F-9591D3F81D32}" presName="rootText" presStyleLbl="node4" presStyleIdx="1" presStyleCnt="5">
        <dgm:presLayoutVars>
          <dgm:chPref val="3"/>
        </dgm:presLayoutVars>
      </dgm:prSet>
      <dgm:spPr/>
    </dgm:pt>
    <dgm:pt modelId="{DEB013B2-109B-4F39-A66D-00A2B0EC8CF0}" type="pres">
      <dgm:prSet presAssocID="{03C4553D-2D77-47D1-BC0F-9591D3F81D32}" presName="rootConnector" presStyleLbl="node4" presStyleIdx="1" presStyleCnt="5"/>
      <dgm:spPr/>
    </dgm:pt>
    <dgm:pt modelId="{40A30EA0-416C-43EF-8574-EE269A759CD5}" type="pres">
      <dgm:prSet presAssocID="{03C4553D-2D77-47D1-BC0F-9591D3F81D32}" presName="hierChild4" presStyleCnt="0"/>
      <dgm:spPr/>
    </dgm:pt>
    <dgm:pt modelId="{012E973C-BD09-4176-8599-78F77BEA65F6}" type="pres">
      <dgm:prSet presAssocID="{03C4553D-2D77-47D1-BC0F-9591D3F81D32}" presName="hierChild5" presStyleCnt="0"/>
      <dgm:spPr/>
    </dgm:pt>
    <dgm:pt modelId="{F5CD6DFE-8177-4369-A2EC-81881CA67C3D}" type="pres">
      <dgm:prSet presAssocID="{350A541A-B273-42D2-8087-E1D2D5F11465}" presName="hierChild5" presStyleCnt="0"/>
      <dgm:spPr/>
    </dgm:pt>
    <dgm:pt modelId="{C80D9B7C-AC01-416B-AFF0-C3A39131A70A}" type="pres">
      <dgm:prSet presAssocID="{E12171E4-FDE6-4C93-A682-4EE43023C62C}" presName="Name64" presStyleLbl="parChTrans1D3" presStyleIdx="2" presStyleCnt="9"/>
      <dgm:spPr/>
    </dgm:pt>
    <dgm:pt modelId="{3027FAE7-9FF0-4D08-A23E-4EFE2F266719}" type="pres">
      <dgm:prSet presAssocID="{D5841835-7747-4FF2-9A0E-B79E1BA6FC9B}" presName="hierRoot2" presStyleCnt="0">
        <dgm:presLayoutVars>
          <dgm:hierBranch val="init"/>
        </dgm:presLayoutVars>
      </dgm:prSet>
      <dgm:spPr/>
    </dgm:pt>
    <dgm:pt modelId="{FD4B3519-F2F8-41A9-AB64-5153918CA95C}" type="pres">
      <dgm:prSet presAssocID="{D5841835-7747-4FF2-9A0E-B79E1BA6FC9B}" presName="rootComposite" presStyleCnt="0"/>
      <dgm:spPr/>
    </dgm:pt>
    <dgm:pt modelId="{66454A87-E094-4B5F-918F-352D81F4BDF2}" type="pres">
      <dgm:prSet presAssocID="{D5841835-7747-4FF2-9A0E-B79E1BA6FC9B}" presName="rootText" presStyleLbl="node3" presStyleIdx="2" presStyleCnt="9">
        <dgm:presLayoutVars>
          <dgm:chPref val="3"/>
        </dgm:presLayoutVars>
      </dgm:prSet>
      <dgm:spPr/>
    </dgm:pt>
    <dgm:pt modelId="{CE7F6061-BB56-4C04-B204-E7CCA8734608}" type="pres">
      <dgm:prSet presAssocID="{D5841835-7747-4FF2-9A0E-B79E1BA6FC9B}" presName="rootConnector" presStyleLbl="node3" presStyleIdx="2" presStyleCnt="9"/>
      <dgm:spPr/>
    </dgm:pt>
    <dgm:pt modelId="{D5FEA8B6-FAD2-4365-BA0F-DF385C6D12CD}" type="pres">
      <dgm:prSet presAssocID="{D5841835-7747-4FF2-9A0E-B79E1BA6FC9B}" presName="hierChild4" presStyleCnt="0"/>
      <dgm:spPr/>
    </dgm:pt>
    <dgm:pt modelId="{BA38F9D0-BF0D-4471-AE9F-C03DF3D714BF}" type="pres">
      <dgm:prSet presAssocID="{D0DCD082-7B12-4A34-A71A-2DA86ADE9C41}" presName="Name64" presStyleLbl="parChTrans1D4" presStyleIdx="2" presStyleCnt="5"/>
      <dgm:spPr/>
    </dgm:pt>
    <dgm:pt modelId="{6CDAC56E-1109-4E01-B77A-575AB85CE0BE}" type="pres">
      <dgm:prSet presAssocID="{EA30A644-4EE7-4C6D-A0D2-C7A71BE90D3E}" presName="hierRoot2" presStyleCnt="0">
        <dgm:presLayoutVars>
          <dgm:hierBranch val="init"/>
        </dgm:presLayoutVars>
      </dgm:prSet>
      <dgm:spPr/>
    </dgm:pt>
    <dgm:pt modelId="{7FCFFFF5-037D-43E2-8136-B89C2341F3BC}" type="pres">
      <dgm:prSet presAssocID="{EA30A644-4EE7-4C6D-A0D2-C7A71BE90D3E}" presName="rootComposite" presStyleCnt="0"/>
      <dgm:spPr/>
    </dgm:pt>
    <dgm:pt modelId="{C25B3D64-654B-44BB-ABDF-B77E2E858E97}" type="pres">
      <dgm:prSet presAssocID="{EA30A644-4EE7-4C6D-A0D2-C7A71BE90D3E}" presName="rootText" presStyleLbl="node4" presStyleIdx="2" presStyleCnt="5">
        <dgm:presLayoutVars>
          <dgm:chPref val="3"/>
        </dgm:presLayoutVars>
      </dgm:prSet>
      <dgm:spPr/>
    </dgm:pt>
    <dgm:pt modelId="{570733FF-0F40-409A-A1D3-C5D59F447F42}" type="pres">
      <dgm:prSet presAssocID="{EA30A644-4EE7-4C6D-A0D2-C7A71BE90D3E}" presName="rootConnector" presStyleLbl="node4" presStyleIdx="2" presStyleCnt="5"/>
      <dgm:spPr/>
    </dgm:pt>
    <dgm:pt modelId="{53E7BD4E-74E0-4E47-A3FD-565ED13A547A}" type="pres">
      <dgm:prSet presAssocID="{EA30A644-4EE7-4C6D-A0D2-C7A71BE90D3E}" presName="hierChild4" presStyleCnt="0"/>
      <dgm:spPr/>
    </dgm:pt>
    <dgm:pt modelId="{BCA945A0-18CD-4DCD-90D6-E6A3D92E93B3}" type="pres">
      <dgm:prSet presAssocID="{EA30A644-4EE7-4C6D-A0D2-C7A71BE90D3E}" presName="hierChild5" presStyleCnt="0"/>
      <dgm:spPr/>
    </dgm:pt>
    <dgm:pt modelId="{7271D194-FC4F-4F9E-8538-1B991E7881CF}" type="pres">
      <dgm:prSet presAssocID="{D5841835-7747-4FF2-9A0E-B79E1BA6FC9B}" presName="hierChild5" presStyleCnt="0"/>
      <dgm:spPr/>
    </dgm:pt>
    <dgm:pt modelId="{C73A657E-A9E5-4450-B1AD-2B15DAAE49D9}" type="pres">
      <dgm:prSet presAssocID="{D825D7C1-3939-4F13-AE3A-FC2264D36C51}" presName="Name64" presStyleLbl="parChTrans1D3" presStyleIdx="3" presStyleCnt="9"/>
      <dgm:spPr/>
    </dgm:pt>
    <dgm:pt modelId="{C31B23F3-7980-4D3B-9CEC-73570E9383C6}" type="pres">
      <dgm:prSet presAssocID="{6AA3B797-0908-471A-AD83-5133B5C46C2B}" presName="hierRoot2" presStyleCnt="0">
        <dgm:presLayoutVars>
          <dgm:hierBranch val="init"/>
        </dgm:presLayoutVars>
      </dgm:prSet>
      <dgm:spPr/>
    </dgm:pt>
    <dgm:pt modelId="{3F290850-8767-4BC1-BD75-956E921E696E}" type="pres">
      <dgm:prSet presAssocID="{6AA3B797-0908-471A-AD83-5133B5C46C2B}" presName="rootComposite" presStyleCnt="0"/>
      <dgm:spPr/>
    </dgm:pt>
    <dgm:pt modelId="{EB89FCC3-43D3-454B-8148-6C0E5C855EF0}" type="pres">
      <dgm:prSet presAssocID="{6AA3B797-0908-471A-AD83-5133B5C46C2B}" presName="rootText" presStyleLbl="node3" presStyleIdx="3" presStyleCnt="9">
        <dgm:presLayoutVars>
          <dgm:chPref val="3"/>
        </dgm:presLayoutVars>
      </dgm:prSet>
      <dgm:spPr/>
    </dgm:pt>
    <dgm:pt modelId="{C5E17DF9-E59E-4015-8147-11864385B967}" type="pres">
      <dgm:prSet presAssocID="{6AA3B797-0908-471A-AD83-5133B5C46C2B}" presName="rootConnector" presStyleLbl="node3" presStyleIdx="3" presStyleCnt="9"/>
      <dgm:spPr/>
    </dgm:pt>
    <dgm:pt modelId="{4979440E-BB00-4E09-BDF4-C4C313EA76EA}" type="pres">
      <dgm:prSet presAssocID="{6AA3B797-0908-471A-AD83-5133B5C46C2B}" presName="hierChild4" presStyleCnt="0"/>
      <dgm:spPr/>
    </dgm:pt>
    <dgm:pt modelId="{6EA00B71-A2C4-4365-A8CC-0CB9F6718845}" type="pres">
      <dgm:prSet presAssocID="{A8DC92AC-828E-4CBF-AC47-E59A2CD3531C}" presName="Name64" presStyleLbl="parChTrans1D4" presStyleIdx="3" presStyleCnt="5"/>
      <dgm:spPr/>
    </dgm:pt>
    <dgm:pt modelId="{866602FB-9746-4F8F-8B90-17A5887F357B}" type="pres">
      <dgm:prSet presAssocID="{08D754F2-9B49-4258-A783-058E70C8B55F}" presName="hierRoot2" presStyleCnt="0">
        <dgm:presLayoutVars>
          <dgm:hierBranch val="init"/>
        </dgm:presLayoutVars>
      </dgm:prSet>
      <dgm:spPr/>
    </dgm:pt>
    <dgm:pt modelId="{DF841122-44FF-4E35-8B0D-F1A7353A3983}" type="pres">
      <dgm:prSet presAssocID="{08D754F2-9B49-4258-A783-058E70C8B55F}" presName="rootComposite" presStyleCnt="0"/>
      <dgm:spPr/>
    </dgm:pt>
    <dgm:pt modelId="{C6A9DC27-9084-48CA-963A-9BD79B93AC99}" type="pres">
      <dgm:prSet presAssocID="{08D754F2-9B49-4258-A783-058E70C8B55F}" presName="rootText" presStyleLbl="node4" presStyleIdx="3" presStyleCnt="5">
        <dgm:presLayoutVars>
          <dgm:chPref val="3"/>
        </dgm:presLayoutVars>
      </dgm:prSet>
      <dgm:spPr/>
    </dgm:pt>
    <dgm:pt modelId="{ECCA2CAF-E8A4-4E46-A674-7D3DF326B267}" type="pres">
      <dgm:prSet presAssocID="{08D754F2-9B49-4258-A783-058E70C8B55F}" presName="rootConnector" presStyleLbl="node4" presStyleIdx="3" presStyleCnt="5"/>
      <dgm:spPr/>
    </dgm:pt>
    <dgm:pt modelId="{3A42BD6E-B10D-4030-81E9-5CC9DB6F2895}" type="pres">
      <dgm:prSet presAssocID="{08D754F2-9B49-4258-A783-058E70C8B55F}" presName="hierChild4" presStyleCnt="0"/>
      <dgm:spPr/>
    </dgm:pt>
    <dgm:pt modelId="{8C8D8147-9994-4B45-8886-41AA398112DD}" type="pres">
      <dgm:prSet presAssocID="{08D754F2-9B49-4258-A783-058E70C8B55F}" presName="hierChild5" presStyleCnt="0"/>
      <dgm:spPr/>
    </dgm:pt>
    <dgm:pt modelId="{72F2409E-D165-4EAC-9BCE-79D9B3FBE461}" type="pres">
      <dgm:prSet presAssocID="{6AA3B797-0908-471A-AD83-5133B5C46C2B}" presName="hierChild5" presStyleCnt="0"/>
      <dgm:spPr/>
    </dgm:pt>
    <dgm:pt modelId="{83D6EEF1-7BA2-4078-ABF7-D089D87F09BC}" type="pres">
      <dgm:prSet presAssocID="{E25F310D-1426-401C-BF9B-4F2157131A62}" presName="hierChild5" presStyleCnt="0"/>
      <dgm:spPr/>
    </dgm:pt>
    <dgm:pt modelId="{338C5BD4-F8D0-4C4E-9EA7-9FD5D8049075}" type="pres">
      <dgm:prSet presAssocID="{1E4228A1-062D-411B-904D-4D43AD2A2D62}" presName="Name64" presStyleLbl="parChTrans1D2" presStyleIdx="1" presStyleCnt="6"/>
      <dgm:spPr/>
    </dgm:pt>
    <dgm:pt modelId="{866F61D6-D533-406C-A731-26DEC3510A5A}" type="pres">
      <dgm:prSet presAssocID="{56997FEE-5401-4B97-BD21-6013572C3C2A}" presName="hierRoot2" presStyleCnt="0">
        <dgm:presLayoutVars>
          <dgm:hierBranch val="init"/>
        </dgm:presLayoutVars>
      </dgm:prSet>
      <dgm:spPr/>
    </dgm:pt>
    <dgm:pt modelId="{F81A9A5A-BF20-4DBD-AF2C-8E8515F1E78C}" type="pres">
      <dgm:prSet presAssocID="{56997FEE-5401-4B97-BD21-6013572C3C2A}" presName="rootComposite" presStyleCnt="0"/>
      <dgm:spPr/>
    </dgm:pt>
    <dgm:pt modelId="{A0110318-F588-4DD0-AC02-39A4F99F2E01}" type="pres">
      <dgm:prSet presAssocID="{56997FEE-5401-4B97-BD21-6013572C3C2A}" presName="rootText" presStyleLbl="node2" presStyleIdx="1" presStyleCnt="6">
        <dgm:presLayoutVars>
          <dgm:chPref val="3"/>
        </dgm:presLayoutVars>
      </dgm:prSet>
      <dgm:spPr/>
    </dgm:pt>
    <dgm:pt modelId="{7A2D7BA9-7F88-4C55-B65D-EA6B43D967F9}" type="pres">
      <dgm:prSet presAssocID="{56997FEE-5401-4B97-BD21-6013572C3C2A}" presName="rootConnector" presStyleLbl="node2" presStyleIdx="1" presStyleCnt="6"/>
      <dgm:spPr/>
    </dgm:pt>
    <dgm:pt modelId="{5E9D4CD9-FBDC-4BF3-9944-364F7C4547B6}" type="pres">
      <dgm:prSet presAssocID="{56997FEE-5401-4B97-BD21-6013572C3C2A}" presName="hierChild4" presStyleCnt="0"/>
      <dgm:spPr/>
    </dgm:pt>
    <dgm:pt modelId="{28C7AC4A-E5A7-4AE7-893C-D687A41A5945}" type="pres">
      <dgm:prSet presAssocID="{BB2A2322-F9D3-41AE-A955-E1AF771A039E}" presName="Name64" presStyleLbl="parChTrans1D3" presStyleIdx="4" presStyleCnt="9"/>
      <dgm:spPr/>
    </dgm:pt>
    <dgm:pt modelId="{12852797-F132-4B87-8453-52C1CF13B30B}" type="pres">
      <dgm:prSet presAssocID="{6A0EFED3-2BFF-416E-9FA2-34662C03FDD7}" presName="hierRoot2" presStyleCnt="0">
        <dgm:presLayoutVars>
          <dgm:hierBranch val="init"/>
        </dgm:presLayoutVars>
      </dgm:prSet>
      <dgm:spPr/>
    </dgm:pt>
    <dgm:pt modelId="{389B5FB6-E30B-47AB-AA57-D715D03932F5}" type="pres">
      <dgm:prSet presAssocID="{6A0EFED3-2BFF-416E-9FA2-34662C03FDD7}" presName="rootComposite" presStyleCnt="0"/>
      <dgm:spPr/>
    </dgm:pt>
    <dgm:pt modelId="{644E60F4-319B-4C13-886C-8172F35B6094}" type="pres">
      <dgm:prSet presAssocID="{6A0EFED3-2BFF-416E-9FA2-34662C03FDD7}" presName="rootText" presStyleLbl="node3" presStyleIdx="4" presStyleCnt="9">
        <dgm:presLayoutVars>
          <dgm:chPref val="3"/>
        </dgm:presLayoutVars>
      </dgm:prSet>
      <dgm:spPr/>
    </dgm:pt>
    <dgm:pt modelId="{DDDA4686-451B-4221-A0F3-064610A4BA63}" type="pres">
      <dgm:prSet presAssocID="{6A0EFED3-2BFF-416E-9FA2-34662C03FDD7}" presName="rootConnector" presStyleLbl="node3" presStyleIdx="4" presStyleCnt="9"/>
      <dgm:spPr/>
    </dgm:pt>
    <dgm:pt modelId="{658C265D-4363-4627-80C5-6561CBCBE209}" type="pres">
      <dgm:prSet presAssocID="{6A0EFED3-2BFF-416E-9FA2-34662C03FDD7}" presName="hierChild4" presStyleCnt="0"/>
      <dgm:spPr/>
    </dgm:pt>
    <dgm:pt modelId="{98BF3D7F-9292-4E50-8C9B-3F5FFAC0C80C}" type="pres">
      <dgm:prSet presAssocID="{391C319F-A228-4C29-A42F-C5685AD8D3DC}" presName="Name64" presStyleLbl="parChTrans1D4" presStyleIdx="4" presStyleCnt="5"/>
      <dgm:spPr/>
    </dgm:pt>
    <dgm:pt modelId="{53716241-17A1-4252-9473-3227DBF4721D}" type="pres">
      <dgm:prSet presAssocID="{C3C1E46A-6E3C-48CE-8804-B4279D97DB24}" presName="hierRoot2" presStyleCnt="0">
        <dgm:presLayoutVars>
          <dgm:hierBranch val="init"/>
        </dgm:presLayoutVars>
      </dgm:prSet>
      <dgm:spPr/>
    </dgm:pt>
    <dgm:pt modelId="{B01D5233-C11C-4C77-8ACF-66CB80A84EB4}" type="pres">
      <dgm:prSet presAssocID="{C3C1E46A-6E3C-48CE-8804-B4279D97DB24}" presName="rootComposite" presStyleCnt="0"/>
      <dgm:spPr/>
    </dgm:pt>
    <dgm:pt modelId="{6B0C082D-10F3-4C8C-A7D0-0C95BA89E3D1}" type="pres">
      <dgm:prSet presAssocID="{C3C1E46A-6E3C-48CE-8804-B4279D97DB24}" presName="rootText" presStyleLbl="node4" presStyleIdx="4" presStyleCnt="5">
        <dgm:presLayoutVars>
          <dgm:chPref val="3"/>
        </dgm:presLayoutVars>
      </dgm:prSet>
      <dgm:spPr/>
    </dgm:pt>
    <dgm:pt modelId="{C7158B57-C3C3-43ED-AFC6-F478771E1CD5}" type="pres">
      <dgm:prSet presAssocID="{C3C1E46A-6E3C-48CE-8804-B4279D97DB24}" presName="rootConnector" presStyleLbl="node4" presStyleIdx="4" presStyleCnt="5"/>
      <dgm:spPr/>
    </dgm:pt>
    <dgm:pt modelId="{46C278C7-274A-4024-BB72-A18CB4FA60F6}" type="pres">
      <dgm:prSet presAssocID="{C3C1E46A-6E3C-48CE-8804-B4279D97DB24}" presName="hierChild4" presStyleCnt="0"/>
      <dgm:spPr/>
    </dgm:pt>
    <dgm:pt modelId="{F4308682-B122-444D-B95C-FE4FAD249DA8}" type="pres">
      <dgm:prSet presAssocID="{C3C1E46A-6E3C-48CE-8804-B4279D97DB24}" presName="hierChild5" presStyleCnt="0"/>
      <dgm:spPr/>
    </dgm:pt>
    <dgm:pt modelId="{07B45D72-9413-45FA-8D35-3DCEAB696370}" type="pres">
      <dgm:prSet presAssocID="{6A0EFED3-2BFF-416E-9FA2-34662C03FDD7}" presName="hierChild5" presStyleCnt="0"/>
      <dgm:spPr/>
    </dgm:pt>
    <dgm:pt modelId="{2724B8C1-F9BC-49BF-B4C0-0D78B4B94FA5}" type="pres">
      <dgm:prSet presAssocID="{56997FEE-5401-4B97-BD21-6013572C3C2A}" presName="hierChild5" presStyleCnt="0"/>
      <dgm:spPr/>
    </dgm:pt>
    <dgm:pt modelId="{630D75F8-6E92-4C24-B3C8-E9755E859A28}" type="pres">
      <dgm:prSet presAssocID="{332012E7-8CC0-4F2C-B0FE-5DFD2C766480}" presName="hierChild3" presStyleCnt="0"/>
      <dgm:spPr/>
    </dgm:pt>
    <dgm:pt modelId="{E05316EB-E6FF-439E-81E2-DD6ED365419F}" type="pres">
      <dgm:prSet presAssocID="{01F78035-5418-4817-932B-7FBBE3EF9BA1}" presName="hierRoot1" presStyleCnt="0">
        <dgm:presLayoutVars>
          <dgm:hierBranch val="init"/>
        </dgm:presLayoutVars>
      </dgm:prSet>
      <dgm:spPr/>
    </dgm:pt>
    <dgm:pt modelId="{F3CCA27B-7320-4979-8986-82BD3FE6D3A3}" type="pres">
      <dgm:prSet presAssocID="{01F78035-5418-4817-932B-7FBBE3EF9BA1}" presName="rootComposite1" presStyleCnt="0"/>
      <dgm:spPr/>
    </dgm:pt>
    <dgm:pt modelId="{ED11A1FF-C8DE-4B43-ABD5-FB272E271782}" type="pres">
      <dgm:prSet presAssocID="{01F78035-5418-4817-932B-7FBBE3EF9BA1}" presName="rootText1" presStyleLbl="node0" presStyleIdx="1" presStyleCnt="3">
        <dgm:presLayoutVars>
          <dgm:chPref val="3"/>
        </dgm:presLayoutVars>
      </dgm:prSet>
      <dgm:spPr/>
    </dgm:pt>
    <dgm:pt modelId="{7435BA88-FE12-41B9-93D6-CE9B43E2FBB7}" type="pres">
      <dgm:prSet presAssocID="{01F78035-5418-4817-932B-7FBBE3EF9BA1}" presName="rootConnector1" presStyleLbl="node1" presStyleIdx="0" presStyleCnt="0"/>
      <dgm:spPr/>
    </dgm:pt>
    <dgm:pt modelId="{41CD9B94-A317-49D2-B7B2-2C801A6CF67B}" type="pres">
      <dgm:prSet presAssocID="{01F78035-5418-4817-932B-7FBBE3EF9BA1}" presName="hierChild2" presStyleCnt="0"/>
      <dgm:spPr/>
    </dgm:pt>
    <dgm:pt modelId="{91241297-343A-4190-B07C-7406F0EA32C0}" type="pres">
      <dgm:prSet presAssocID="{0D6314F1-5F98-4031-BEAF-7698C1C24AAD}" presName="Name64" presStyleLbl="parChTrans1D2" presStyleIdx="2" presStyleCnt="6"/>
      <dgm:spPr/>
    </dgm:pt>
    <dgm:pt modelId="{AB6546C0-D92D-47D4-BBF7-6FCCFE5BA9C2}" type="pres">
      <dgm:prSet presAssocID="{8F136D2E-255E-4EBC-8F80-1077B391AF9E}" presName="hierRoot2" presStyleCnt="0">
        <dgm:presLayoutVars>
          <dgm:hierBranch val="init"/>
        </dgm:presLayoutVars>
      </dgm:prSet>
      <dgm:spPr/>
    </dgm:pt>
    <dgm:pt modelId="{949580F5-E89F-4329-A991-444C5E87F2B1}" type="pres">
      <dgm:prSet presAssocID="{8F136D2E-255E-4EBC-8F80-1077B391AF9E}" presName="rootComposite" presStyleCnt="0"/>
      <dgm:spPr/>
    </dgm:pt>
    <dgm:pt modelId="{066D1EAC-9082-44DB-B655-8B5AABC63487}" type="pres">
      <dgm:prSet presAssocID="{8F136D2E-255E-4EBC-8F80-1077B391AF9E}" presName="rootText" presStyleLbl="node2" presStyleIdx="2" presStyleCnt="6">
        <dgm:presLayoutVars>
          <dgm:chPref val="3"/>
        </dgm:presLayoutVars>
      </dgm:prSet>
      <dgm:spPr/>
    </dgm:pt>
    <dgm:pt modelId="{146ADCE1-EA63-4AA2-955D-357139142D2F}" type="pres">
      <dgm:prSet presAssocID="{8F136D2E-255E-4EBC-8F80-1077B391AF9E}" presName="rootConnector" presStyleLbl="node2" presStyleIdx="2" presStyleCnt="6"/>
      <dgm:spPr/>
    </dgm:pt>
    <dgm:pt modelId="{18A05AE3-0F85-4C13-9296-6FCAF38F1C4E}" type="pres">
      <dgm:prSet presAssocID="{8F136D2E-255E-4EBC-8F80-1077B391AF9E}" presName="hierChild4" presStyleCnt="0"/>
      <dgm:spPr/>
    </dgm:pt>
    <dgm:pt modelId="{AA3F4E67-60A4-4FC1-8D43-495FCA399564}" type="pres">
      <dgm:prSet presAssocID="{390FB847-2D15-48BC-B08E-1A7487795D46}" presName="Name64" presStyleLbl="parChTrans1D3" presStyleIdx="5" presStyleCnt="9"/>
      <dgm:spPr/>
    </dgm:pt>
    <dgm:pt modelId="{FD4F5EF8-9D5A-4EC1-878C-94F386ABD5D0}" type="pres">
      <dgm:prSet presAssocID="{0613980C-01FB-420C-AA10-EF8E0CCCECA5}" presName="hierRoot2" presStyleCnt="0">
        <dgm:presLayoutVars>
          <dgm:hierBranch val="init"/>
        </dgm:presLayoutVars>
      </dgm:prSet>
      <dgm:spPr/>
    </dgm:pt>
    <dgm:pt modelId="{4998BAF6-EC66-400D-8B4E-B669E523C0DF}" type="pres">
      <dgm:prSet presAssocID="{0613980C-01FB-420C-AA10-EF8E0CCCECA5}" presName="rootComposite" presStyleCnt="0"/>
      <dgm:spPr/>
    </dgm:pt>
    <dgm:pt modelId="{1A67E04D-0E7F-44BC-A1D8-3B3995E501F7}" type="pres">
      <dgm:prSet presAssocID="{0613980C-01FB-420C-AA10-EF8E0CCCECA5}" presName="rootText" presStyleLbl="node3" presStyleIdx="5" presStyleCnt="9">
        <dgm:presLayoutVars>
          <dgm:chPref val="3"/>
        </dgm:presLayoutVars>
      </dgm:prSet>
      <dgm:spPr/>
    </dgm:pt>
    <dgm:pt modelId="{20379F2E-DAFD-45AD-B1B6-32495FE37A61}" type="pres">
      <dgm:prSet presAssocID="{0613980C-01FB-420C-AA10-EF8E0CCCECA5}" presName="rootConnector" presStyleLbl="node3" presStyleIdx="5" presStyleCnt="9"/>
      <dgm:spPr/>
    </dgm:pt>
    <dgm:pt modelId="{605FF065-ECAD-480D-9365-B9D748B93D83}" type="pres">
      <dgm:prSet presAssocID="{0613980C-01FB-420C-AA10-EF8E0CCCECA5}" presName="hierChild4" presStyleCnt="0"/>
      <dgm:spPr/>
    </dgm:pt>
    <dgm:pt modelId="{2A12834A-EE7D-421D-8D2B-2D6D293BE6D9}" type="pres">
      <dgm:prSet presAssocID="{0613980C-01FB-420C-AA10-EF8E0CCCECA5}" presName="hierChild5" presStyleCnt="0"/>
      <dgm:spPr/>
    </dgm:pt>
    <dgm:pt modelId="{23BDBEB5-8154-4720-9754-1536BC798EC7}" type="pres">
      <dgm:prSet presAssocID="{8F136D2E-255E-4EBC-8F80-1077B391AF9E}" presName="hierChild5" presStyleCnt="0"/>
      <dgm:spPr/>
    </dgm:pt>
    <dgm:pt modelId="{0CE71F53-5766-40C7-B8DE-4D819AA66F39}" type="pres">
      <dgm:prSet presAssocID="{905848B4-F235-40BE-BD06-357DC93FA668}" presName="Name64" presStyleLbl="parChTrans1D2" presStyleIdx="3" presStyleCnt="6"/>
      <dgm:spPr/>
    </dgm:pt>
    <dgm:pt modelId="{5D9E7A30-8CAA-4A06-9CB5-D54D4E54006E}" type="pres">
      <dgm:prSet presAssocID="{F5025464-A857-4367-A354-88B538C2E842}" presName="hierRoot2" presStyleCnt="0">
        <dgm:presLayoutVars>
          <dgm:hierBranch val="init"/>
        </dgm:presLayoutVars>
      </dgm:prSet>
      <dgm:spPr/>
    </dgm:pt>
    <dgm:pt modelId="{23C63BCE-4895-4822-88EC-7DAB0282EFA7}" type="pres">
      <dgm:prSet presAssocID="{F5025464-A857-4367-A354-88B538C2E842}" presName="rootComposite" presStyleCnt="0"/>
      <dgm:spPr/>
    </dgm:pt>
    <dgm:pt modelId="{EF3C4D92-2CC9-4637-934E-37B73E385FDC}" type="pres">
      <dgm:prSet presAssocID="{F5025464-A857-4367-A354-88B538C2E842}" presName="rootText" presStyleLbl="node2" presStyleIdx="3" presStyleCnt="6">
        <dgm:presLayoutVars>
          <dgm:chPref val="3"/>
        </dgm:presLayoutVars>
      </dgm:prSet>
      <dgm:spPr/>
    </dgm:pt>
    <dgm:pt modelId="{B996CB60-FE17-4B27-8AF2-941A70E9C777}" type="pres">
      <dgm:prSet presAssocID="{F5025464-A857-4367-A354-88B538C2E842}" presName="rootConnector" presStyleLbl="node2" presStyleIdx="3" presStyleCnt="6"/>
      <dgm:spPr/>
    </dgm:pt>
    <dgm:pt modelId="{F4763B4D-550D-4176-A302-1C99D6D4E500}" type="pres">
      <dgm:prSet presAssocID="{F5025464-A857-4367-A354-88B538C2E842}" presName="hierChild4" presStyleCnt="0"/>
      <dgm:spPr/>
    </dgm:pt>
    <dgm:pt modelId="{2DB6F549-D20F-430C-B94C-8F4B35B2EED3}" type="pres">
      <dgm:prSet presAssocID="{01A43DCA-DFF9-4B5A-A9BC-40D831A22C97}" presName="Name64" presStyleLbl="parChTrans1D3" presStyleIdx="6" presStyleCnt="9"/>
      <dgm:spPr/>
    </dgm:pt>
    <dgm:pt modelId="{CE822536-8B5E-49C0-A4F4-2284C3998757}" type="pres">
      <dgm:prSet presAssocID="{400261A5-1437-44E8-9F87-9D8790BCDA70}" presName="hierRoot2" presStyleCnt="0">
        <dgm:presLayoutVars>
          <dgm:hierBranch val="init"/>
        </dgm:presLayoutVars>
      </dgm:prSet>
      <dgm:spPr/>
    </dgm:pt>
    <dgm:pt modelId="{357880BA-6C21-412E-9B11-871EBFFD5765}" type="pres">
      <dgm:prSet presAssocID="{400261A5-1437-44E8-9F87-9D8790BCDA70}" presName="rootComposite" presStyleCnt="0"/>
      <dgm:spPr/>
    </dgm:pt>
    <dgm:pt modelId="{E22AED63-5E2D-4F41-A0AD-B3D32B00B3A5}" type="pres">
      <dgm:prSet presAssocID="{400261A5-1437-44E8-9F87-9D8790BCDA70}" presName="rootText" presStyleLbl="node3" presStyleIdx="6" presStyleCnt="9">
        <dgm:presLayoutVars>
          <dgm:chPref val="3"/>
        </dgm:presLayoutVars>
      </dgm:prSet>
      <dgm:spPr/>
    </dgm:pt>
    <dgm:pt modelId="{68658F2A-9B2F-4749-8720-18FE4DE24789}" type="pres">
      <dgm:prSet presAssocID="{400261A5-1437-44E8-9F87-9D8790BCDA70}" presName="rootConnector" presStyleLbl="node3" presStyleIdx="6" presStyleCnt="9"/>
      <dgm:spPr/>
    </dgm:pt>
    <dgm:pt modelId="{3C053AAD-43EB-4734-B9C9-90FA07C2E9AC}" type="pres">
      <dgm:prSet presAssocID="{400261A5-1437-44E8-9F87-9D8790BCDA70}" presName="hierChild4" presStyleCnt="0"/>
      <dgm:spPr/>
    </dgm:pt>
    <dgm:pt modelId="{6F760ACC-8B0F-4FED-8847-928C85F89D45}" type="pres">
      <dgm:prSet presAssocID="{400261A5-1437-44E8-9F87-9D8790BCDA70}" presName="hierChild5" presStyleCnt="0"/>
      <dgm:spPr/>
    </dgm:pt>
    <dgm:pt modelId="{4EDD1733-8A52-413F-A8B6-A4EEB10512EA}" type="pres">
      <dgm:prSet presAssocID="{F5025464-A857-4367-A354-88B538C2E842}" presName="hierChild5" presStyleCnt="0"/>
      <dgm:spPr/>
    </dgm:pt>
    <dgm:pt modelId="{EA49BE82-BF9F-42BE-BBAE-FE4C4B9D9C30}" type="pres">
      <dgm:prSet presAssocID="{802ADBA6-7990-4055-8ED2-411EA5F62DC2}" presName="Name64" presStyleLbl="parChTrans1D2" presStyleIdx="4" presStyleCnt="6"/>
      <dgm:spPr/>
    </dgm:pt>
    <dgm:pt modelId="{A80F9803-2348-4F79-9DB2-A4372D0DE5AE}" type="pres">
      <dgm:prSet presAssocID="{4C387C7F-FE75-43A5-A589-E55474C4DE0F}" presName="hierRoot2" presStyleCnt="0">
        <dgm:presLayoutVars>
          <dgm:hierBranch val="init"/>
        </dgm:presLayoutVars>
      </dgm:prSet>
      <dgm:spPr/>
    </dgm:pt>
    <dgm:pt modelId="{816E12B3-0E0F-423D-B9A9-3619957AAF93}" type="pres">
      <dgm:prSet presAssocID="{4C387C7F-FE75-43A5-A589-E55474C4DE0F}" presName="rootComposite" presStyleCnt="0"/>
      <dgm:spPr/>
    </dgm:pt>
    <dgm:pt modelId="{EFD5170C-5957-4FC7-9710-78980EC07B14}" type="pres">
      <dgm:prSet presAssocID="{4C387C7F-FE75-43A5-A589-E55474C4DE0F}" presName="rootText" presStyleLbl="node2" presStyleIdx="4" presStyleCnt="6">
        <dgm:presLayoutVars>
          <dgm:chPref val="3"/>
        </dgm:presLayoutVars>
      </dgm:prSet>
      <dgm:spPr/>
    </dgm:pt>
    <dgm:pt modelId="{8760138E-5FCA-4A8F-934D-199AF8E7617E}" type="pres">
      <dgm:prSet presAssocID="{4C387C7F-FE75-43A5-A589-E55474C4DE0F}" presName="rootConnector" presStyleLbl="node2" presStyleIdx="4" presStyleCnt="6"/>
      <dgm:spPr/>
    </dgm:pt>
    <dgm:pt modelId="{6F033FD6-CEFD-4844-9CFB-3CB0DF234A56}" type="pres">
      <dgm:prSet presAssocID="{4C387C7F-FE75-43A5-A589-E55474C4DE0F}" presName="hierChild4" presStyleCnt="0"/>
      <dgm:spPr/>
    </dgm:pt>
    <dgm:pt modelId="{82566740-F5B5-4A7B-BAAF-5A5443C44DF0}" type="pres">
      <dgm:prSet presAssocID="{0D3363CC-AD91-46EF-9D91-59F36FC56257}" presName="Name64" presStyleLbl="parChTrans1D3" presStyleIdx="7" presStyleCnt="9"/>
      <dgm:spPr/>
    </dgm:pt>
    <dgm:pt modelId="{87B00E6D-EC42-4B26-AA10-58ED176A2B32}" type="pres">
      <dgm:prSet presAssocID="{72DBC3A0-BF15-40FC-9615-04E050C71910}" presName="hierRoot2" presStyleCnt="0">
        <dgm:presLayoutVars>
          <dgm:hierBranch val="init"/>
        </dgm:presLayoutVars>
      </dgm:prSet>
      <dgm:spPr/>
    </dgm:pt>
    <dgm:pt modelId="{51D331A0-9C3B-49A1-B02D-753DF4D8B13B}" type="pres">
      <dgm:prSet presAssocID="{72DBC3A0-BF15-40FC-9615-04E050C71910}" presName="rootComposite" presStyleCnt="0"/>
      <dgm:spPr/>
    </dgm:pt>
    <dgm:pt modelId="{B02F9A94-A407-412A-83C0-F890F38EC47C}" type="pres">
      <dgm:prSet presAssocID="{72DBC3A0-BF15-40FC-9615-04E050C71910}" presName="rootText" presStyleLbl="node3" presStyleIdx="7" presStyleCnt="9">
        <dgm:presLayoutVars>
          <dgm:chPref val="3"/>
        </dgm:presLayoutVars>
      </dgm:prSet>
      <dgm:spPr/>
    </dgm:pt>
    <dgm:pt modelId="{F5A878DF-BDD8-4A47-BC98-30139EA949FF}" type="pres">
      <dgm:prSet presAssocID="{72DBC3A0-BF15-40FC-9615-04E050C71910}" presName="rootConnector" presStyleLbl="node3" presStyleIdx="7" presStyleCnt="9"/>
      <dgm:spPr/>
    </dgm:pt>
    <dgm:pt modelId="{46EF9D4D-5B71-4859-BA62-B6ED699BBD45}" type="pres">
      <dgm:prSet presAssocID="{72DBC3A0-BF15-40FC-9615-04E050C71910}" presName="hierChild4" presStyleCnt="0"/>
      <dgm:spPr/>
    </dgm:pt>
    <dgm:pt modelId="{6A9EA832-4F98-4F7C-82D0-39F686C3762D}" type="pres">
      <dgm:prSet presAssocID="{72DBC3A0-BF15-40FC-9615-04E050C71910}" presName="hierChild5" presStyleCnt="0"/>
      <dgm:spPr/>
    </dgm:pt>
    <dgm:pt modelId="{BCE571EC-64FE-4E35-BA4E-330FA2550801}" type="pres">
      <dgm:prSet presAssocID="{4C387C7F-FE75-43A5-A589-E55474C4DE0F}" presName="hierChild5" presStyleCnt="0"/>
      <dgm:spPr/>
    </dgm:pt>
    <dgm:pt modelId="{BB4F0BD5-8059-40CB-9B50-3B789546B35D}" type="pres">
      <dgm:prSet presAssocID="{01F78035-5418-4817-932B-7FBBE3EF9BA1}" presName="hierChild3" presStyleCnt="0"/>
      <dgm:spPr/>
    </dgm:pt>
    <dgm:pt modelId="{39E0A674-19E3-472A-897E-B4A3C35C21CD}" type="pres">
      <dgm:prSet presAssocID="{DC028D9E-2152-400D-9BDD-57856EDFF016}" presName="hierRoot1" presStyleCnt="0">
        <dgm:presLayoutVars>
          <dgm:hierBranch val="init"/>
        </dgm:presLayoutVars>
      </dgm:prSet>
      <dgm:spPr/>
    </dgm:pt>
    <dgm:pt modelId="{10D3C1E8-4AF3-4D61-AC0B-D93A2B25E212}" type="pres">
      <dgm:prSet presAssocID="{DC028D9E-2152-400D-9BDD-57856EDFF016}" presName="rootComposite1" presStyleCnt="0"/>
      <dgm:spPr/>
    </dgm:pt>
    <dgm:pt modelId="{AD1476D6-1890-4127-BA61-655B8A9D1EC1}" type="pres">
      <dgm:prSet presAssocID="{DC028D9E-2152-400D-9BDD-57856EDFF016}" presName="rootText1" presStyleLbl="node0" presStyleIdx="2" presStyleCnt="3">
        <dgm:presLayoutVars>
          <dgm:chPref val="3"/>
        </dgm:presLayoutVars>
      </dgm:prSet>
      <dgm:spPr/>
    </dgm:pt>
    <dgm:pt modelId="{8B5C97FB-874E-40D5-AE13-5EE3D53E836A}" type="pres">
      <dgm:prSet presAssocID="{DC028D9E-2152-400D-9BDD-57856EDFF016}" presName="rootConnector1" presStyleLbl="node1" presStyleIdx="0" presStyleCnt="0"/>
      <dgm:spPr/>
    </dgm:pt>
    <dgm:pt modelId="{1E4AE094-B3E0-45B1-A77C-C5287AA75A37}" type="pres">
      <dgm:prSet presAssocID="{DC028D9E-2152-400D-9BDD-57856EDFF016}" presName="hierChild2" presStyleCnt="0"/>
      <dgm:spPr/>
    </dgm:pt>
    <dgm:pt modelId="{3D788E36-F957-4F49-8A57-B4B36C3F0142}" type="pres">
      <dgm:prSet presAssocID="{9E77DCD3-D412-4095-B4E8-96235DE94024}" presName="Name64" presStyleLbl="parChTrans1D2" presStyleIdx="5" presStyleCnt="6"/>
      <dgm:spPr/>
    </dgm:pt>
    <dgm:pt modelId="{FD6B97C8-71CF-4878-BABA-10B1A02444DE}" type="pres">
      <dgm:prSet presAssocID="{13B62198-CC1C-49F5-BF8D-1A42A092C55A}" presName="hierRoot2" presStyleCnt="0">
        <dgm:presLayoutVars>
          <dgm:hierBranch val="init"/>
        </dgm:presLayoutVars>
      </dgm:prSet>
      <dgm:spPr/>
    </dgm:pt>
    <dgm:pt modelId="{3D1875A2-AB1E-4957-BF09-DB3DFF1AD34B}" type="pres">
      <dgm:prSet presAssocID="{13B62198-CC1C-49F5-BF8D-1A42A092C55A}" presName="rootComposite" presStyleCnt="0"/>
      <dgm:spPr/>
    </dgm:pt>
    <dgm:pt modelId="{80B0731C-C5D8-4807-B9D7-67C3A7F2DDD5}" type="pres">
      <dgm:prSet presAssocID="{13B62198-CC1C-49F5-BF8D-1A42A092C55A}" presName="rootText" presStyleLbl="node2" presStyleIdx="5" presStyleCnt="6">
        <dgm:presLayoutVars>
          <dgm:chPref val="3"/>
        </dgm:presLayoutVars>
      </dgm:prSet>
      <dgm:spPr/>
    </dgm:pt>
    <dgm:pt modelId="{FC483693-DF5F-453A-BAFE-EA9DE66B7E45}" type="pres">
      <dgm:prSet presAssocID="{13B62198-CC1C-49F5-BF8D-1A42A092C55A}" presName="rootConnector" presStyleLbl="node2" presStyleIdx="5" presStyleCnt="6"/>
      <dgm:spPr/>
    </dgm:pt>
    <dgm:pt modelId="{8A98E554-E417-40C0-9884-7BF39509B9FD}" type="pres">
      <dgm:prSet presAssocID="{13B62198-CC1C-49F5-BF8D-1A42A092C55A}" presName="hierChild4" presStyleCnt="0"/>
      <dgm:spPr/>
    </dgm:pt>
    <dgm:pt modelId="{3814894B-D0D2-4C6C-955D-63AE63C43532}" type="pres">
      <dgm:prSet presAssocID="{36CA7CB5-3A21-432E-9BFF-3A159BECB9CF}" presName="Name64" presStyleLbl="parChTrans1D3" presStyleIdx="8" presStyleCnt="9"/>
      <dgm:spPr/>
    </dgm:pt>
    <dgm:pt modelId="{BF19DFE3-648C-455D-8FB0-664DF384CD05}" type="pres">
      <dgm:prSet presAssocID="{660A259B-3F40-4CC9-A122-D9E3D3617E8A}" presName="hierRoot2" presStyleCnt="0">
        <dgm:presLayoutVars>
          <dgm:hierBranch val="init"/>
        </dgm:presLayoutVars>
      </dgm:prSet>
      <dgm:spPr/>
    </dgm:pt>
    <dgm:pt modelId="{9FA6F764-1144-4130-801B-2D6661EDB76A}" type="pres">
      <dgm:prSet presAssocID="{660A259B-3F40-4CC9-A122-D9E3D3617E8A}" presName="rootComposite" presStyleCnt="0"/>
      <dgm:spPr/>
    </dgm:pt>
    <dgm:pt modelId="{451A1881-0596-424A-A8E2-5DEC3E74B776}" type="pres">
      <dgm:prSet presAssocID="{660A259B-3F40-4CC9-A122-D9E3D3617E8A}" presName="rootText" presStyleLbl="node3" presStyleIdx="8" presStyleCnt="9">
        <dgm:presLayoutVars>
          <dgm:chPref val="3"/>
        </dgm:presLayoutVars>
      </dgm:prSet>
      <dgm:spPr/>
    </dgm:pt>
    <dgm:pt modelId="{FE73F5C2-558D-4EB2-922E-44C77C831B31}" type="pres">
      <dgm:prSet presAssocID="{660A259B-3F40-4CC9-A122-D9E3D3617E8A}" presName="rootConnector" presStyleLbl="node3" presStyleIdx="8" presStyleCnt="9"/>
      <dgm:spPr/>
    </dgm:pt>
    <dgm:pt modelId="{C7BE2381-FEFD-4C2F-B499-8CDE9F7344E2}" type="pres">
      <dgm:prSet presAssocID="{660A259B-3F40-4CC9-A122-D9E3D3617E8A}" presName="hierChild4" presStyleCnt="0"/>
      <dgm:spPr/>
    </dgm:pt>
    <dgm:pt modelId="{2BB86B48-24DC-48CB-9AA9-1EEED7AE8F42}" type="pres">
      <dgm:prSet presAssocID="{660A259B-3F40-4CC9-A122-D9E3D3617E8A}" presName="hierChild5" presStyleCnt="0"/>
      <dgm:spPr/>
    </dgm:pt>
    <dgm:pt modelId="{E0FBE759-C67F-4BE4-BC87-D006E5B0ADBB}" type="pres">
      <dgm:prSet presAssocID="{13B62198-CC1C-49F5-BF8D-1A42A092C55A}" presName="hierChild5" presStyleCnt="0"/>
      <dgm:spPr/>
    </dgm:pt>
    <dgm:pt modelId="{BFB79BBD-D82D-4A88-ADE5-AB83E5F68D9B}" type="pres">
      <dgm:prSet presAssocID="{DC028D9E-2152-400D-9BDD-57856EDFF016}" presName="hierChild3" presStyleCnt="0"/>
      <dgm:spPr/>
    </dgm:pt>
  </dgm:ptLst>
  <dgm:cxnLst>
    <dgm:cxn modelId="{57707A00-3D21-43C6-951C-105D5FC95C29}" type="presOf" srcId="{6A0EFED3-2BFF-416E-9FA2-34662C03FDD7}" destId="{DDDA4686-451B-4221-A0F3-064610A4BA63}" srcOrd="1" destOrd="0" presId="urn:microsoft.com/office/officeart/2009/3/layout/HorizontalOrganizationChart"/>
    <dgm:cxn modelId="{0565D004-3C9A-42D7-A163-330B4A7EA0B6}" type="presOf" srcId="{6A0EFED3-2BFF-416E-9FA2-34662C03FDD7}" destId="{644E60F4-319B-4C13-886C-8172F35B6094}" srcOrd="0" destOrd="0" presId="urn:microsoft.com/office/officeart/2009/3/layout/HorizontalOrganizationChart"/>
    <dgm:cxn modelId="{B3739005-6058-43DB-9CB5-27DCDC4536EE}" type="presOf" srcId="{01F78035-5418-4817-932B-7FBBE3EF9BA1}" destId="{ED11A1FF-C8DE-4B43-ABD5-FB272E271782}" srcOrd="0" destOrd="0" presId="urn:microsoft.com/office/officeart/2009/3/layout/HorizontalOrganizationChart"/>
    <dgm:cxn modelId="{0734F411-6D63-46BC-960E-AB5E16E10410}" srcId="{811FA148-6518-465C-B64E-A7829BB33206}" destId="{332012E7-8CC0-4F2C-B0FE-5DFD2C766480}" srcOrd="0" destOrd="0" parTransId="{9071D0F0-9E22-4B31-B460-C8AC717DDF8C}" sibTransId="{0E1319D0-A0A0-4F00-ADBF-2E12EEC50A49}"/>
    <dgm:cxn modelId="{1CCEAA12-EE37-4F56-B632-9464BD0CC8C8}" type="presOf" srcId="{332012E7-8CC0-4F2C-B0FE-5DFD2C766480}" destId="{8A86E067-CF2C-4D54-BBFE-BE566D879E3E}" srcOrd="1" destOrd="0" presId="urn:microsoft.com/office/officeart/2009/3/layout/HorizontalOrganizationChart"/>
    <dgm:cxn modelId="{CB413E1D-A201-4A3C-A9E6-B76E916844F6}" type="presOf" srcId="{E25F310D-1426-401C-BF9B-4F2157131A62}" destId="{20C8F681-45CB-43AF-86E0-E7BADA2870C6}" srcOrd="1" destOrd="0" presId="urn:microsoft.com/office/officeart/2009/3/layout/HorizontalOrganizationChart"/>
    <dgm:cxn modelId="{8887B31E-44AD-4A40-9EF4-4D1F97784DA1}" type="presOf" srcId="{03C4553D-2D77-47D1-BC0F-9591D3F81D32}" destId="{13B80830-2B76-451D-A698-ACC71B5EFB38}" srcOrd="0" destOrd="0" presId="urn:microsoft.com/office/officeart/2009/3/layout/HorizontalOrganizationChart"/>
    <dgm:cxn modelId="{2F354520-FCE0-4078-A9A2-D0E368A3710E}" type="presOf" srcId="{01F78035-5418-4817-932B-7FBBE3EF9BA1}" destId="{7435BA88-FE12-41B9-93D6-CE9B43E2FBB7}" srcOrd="1" destOrd="0" presId="urn:microsoft.com/office/officeart/2009/3/layout/HorizontalOrganizationChart"/>
    <dgm:cxn modelId="{6DAD9622-3261-4EB0-BD11-7D0D0D15317F}" type="presOf" srcId="{C636D10C-5491-4DCC-94FD-155A261FA8E4}" destId="{24569840-8F7C-49D0-A675-C04BB6E13F4C}" srcOrd="1" destOrd="0" presId="urn:microsoft.com/office/officeart/2009/3/layout/HorizontalOrganizationChart"/>
    <dgm:cxn modelId="{69DBE022-F044-46D7-9035-79C9E14715D9}" srcId="{811FA148-6518-465C-B64E-A7829BB33206}" destId="{DC028D9E-2152-400D-9BDD-57856EDFF016}" srcOrd="2" destOrd="0" parTransId="{9E0D2F3C-F853-4FD7-B578-C9E2E4F1C487}" sibTransId="{027FDE57-7C51-4A56-8CF4-BAFCE179D736}"/>
    <dgm:cxn modelId="{D37FAF24-EB12-4982-A4EA-17EA4A8F3FDC}" type="presOf" srcId="{36CA7CB5-3A21-432E-9BFF-3A159BECB9CF}" destId="{3814894B-D0D2-4C6C-955D-63AE63C43532}" srcOrd="0" destOrd="0" presId="urn:microsoft.com/office/officeart/2009/3/layout/HorizontalOrganizationChart"/>
    <dgm:cxn modelId="{4A97D324-AC3A-4370-9E88-B1B75204A23C}" type="presOf" srcId="{4C387C7F-FE75-43A5-A589-E55474C4DE0F}" destId="{8760138E-5FCA-4A8F-934D-199AF8E7617E}" srcOrd="1" destOrd="0" presId="urn:microsoft.com/office/officeart/2009/3/layout/HorizontalOrganizationChart"/>
    <dgm:cxn modelId="{F271D125-9834-4D55-A245-FA4FF5FC9BA5}" type="presOf" srcId="{8F136D2E-255E-4EBC-8F80-1077B391AF9E}" destId="{066D1EAC-9082-44DB-B655-8B5AABC63487}" srcOrd="0" destOrd="0" presId="urn:microsoft.com/office/officeart/2009/3/layout/HorizontalOrganizationChart"/>
    <dgm:cxn modelId="{C1193628-EE28-4A2E-B0C0-619BEEAF63B5}" type="presOf" srcId="{0D6314F1-5F98-4031-BEAF-7698C1C24AAD}" destId="{91241297-343A-4190-B07C-7406F0EA32C0}" srcOrd="0" destOrd="0" presId="urn:microsoft.com/office/officeart/2009/3/layout/HorizontalOrganizationChart"/>
    <dgm:cxn modelId="{47636E28-75A2-4BFF-9C6D-DA780F4DAC11}" type="presOf" srcId="{350A541A-B273-42D2-8087-E1D2D5F11465}" destId="{2D73AFAB-7BED-4276-976C-DCC7B22BECF6}" srcOrd="0" destOrd="0" presId="urn:microsoft.com/office/officeart/2009/3/layout/HorizontalOrganizationChart"/>
    <dgm:cxn modelId="{0BB36A29-4BA4-4838-82FC-64E486504A6F}" srcId="{6A0EFED3-2BFF-416E-9FA2-34662C03FDD7}" destId="{C3C1E46A-6E3C-48CE-8804-B4279D97DB24}" srcOrd="0" destOrd="0" parTransId="{391C319F-A228-4C29-A42F-C5685AD8D3DC}" sibTransId="{CC7F6BE5-A771-4354-97E7-BC96DE42DDC5}"/>
    <dgm:cxn modelId="{3CB0C62A-382B-4627-8987-A8CFF5FE2BE8}" type="presOf" srcId="{0613980C-01FB-420C-AA10-EF8E0CCCECA5}" destId="{1A67E04D-0E7F-44BC-A1D8-3B3995E501F7}" srcOrd="0" destOrd="0" presId="urn:microsoft.com/office/officeart/2009/3/layout/HorizontalOrganizationChart"/>
    <dgm:cxn modelId="{7127DB2B-FDBD-4F67-89CE-299005380AFE}" srcId="{350A541A-B273-42D2-8087-E1D2D5F11465}" destId="{03C4553D-2D77-47D1-BC0F-9591D3F81D32}" srcOrd="0" destOrd="0" parTransId="{7E68B529-849E-4EE8-BF4B-3BB8FF642A55}" sibTransId="{5F48232F-210E-4C04-88B8-643E2BE65D4B}"/>
    <dgm:cxn modelId="{296D942D-AAC3-406F-B77E-7F68605B5F7F}" type="presOf" srcId="{08D754F2-9B49-4258-A783-058E70C8B55F}" destId="{ECCA2CAF-E8A4-4E46-A674-7D3DF326B267}" srcOrd="1" destOrd="0" presId="urn:microsoft.com/office/officeart/2009/3/layout/HorizontalOrganizationChart"/>
    <dgm:cxn modelId="{BC197F2E-A651-4AED-9224-697064FF00DD}" type="presOf" srcId="{D5841835-7747-4FF2-9A0E-B79E1BA6FC9B}" destId="{66454A87-E094-4B5F-918F-352D81F4BDF2}" srcOrd="0" destOrd="0" presId="urn:microsoft.com/office/officeart/2009/3/layout/HorizontalOrganizationChart"/>
    <dgm:cxn modelId="{D8519631-86FD-4413-A699-7A8411D5D139}" type="presOf" srcId="{13B62198-CC1C-49F5-BF8D-1A42A092C55A}" destId="{80B0731C-C5D8-4807-B9D7-67C3A7F2DDD5}" srcOrd="0" destOrd="0" presId="urn:microsoft.com/office/officeart/2009/3/layout/HorizontalOrganizationChart"/>
    <dgm:cxn modelId="{D71D8633-9714-4178-A4BE-5767ABF0EB98}" type="presOf" srcId="{1E4228A1-062D-411B-904D-4D43AD2A2D62}" destId="{338C5BD4-F8D0-4C4E-9EA7-9FD5D8049075}" srcOrd="0" destOrd="0" presId="urn:microsoft.com/office/officeart/2009/3/layout/HorizontalOrganizationChart"/>
    <dgm:cxn modelId="{4D7F7836-0D47-4250-B959-0F743045EDC3}" type="presOf" srcId="{811FA148-6518-465C-B64E-A7829BB33206}" destId="{3CF6A7EC-229E-4886-A4B2-D85DC120BED5}" srcOrd="0" destOrd="0" presId="urn:microsoft.com/office/officeart/2009/3/layout/HorizontalOrganizationChart"/>
    <dgm:cxn modelId="{06AEB036-7DE6-43A8-9C64-CC56AF7F9E08}" type="presOf" srcId="{6AA3B797-0908-471A-AD83-5133B5C46C2B}" destId="{C5E17DF9-E59E-4015-8147-11864385B967}" srcOrd="1" destOrd="0" presId="urn:microsoft.com/office/officeart/2009/3/layout/HorizontalOrganizationChart"/>
    <dgm:cxn modelId="{9C5CF23C-9DC5-45B5-9264-9FD863DA92C8}" type="presOf" srcId="{63E0CB55-EAC1-4F86-8DBC-983F9B45D8A2}" destId="{15028947-AF2B-417E-91C1-265004CAFD09}" srcOrd="0" destOrd="0" presId="urn:microsoft.com/office/officeart/2009/3/layout/HorizontalOrganizationChart"/>
    <dgm:cxn modelId="{D3826B3F-412F-4EC8-81BD-086DE4C382D4}" type="presOf" srcId="{0613980C-01FB-420C-AA10-EF8E0CCCECA5}" destId="{20379F2E-DAFD-45AD-B1B6-32495FE37A61}" srcOrd="1" destOrd="0" presId="urn:microsoft.com/office/officeart/2009/3/layout/HorizontalOrganizationChart"/>
    <dgm:cxn modelId="{09F7EF40-0E68-426E-AB36-7A632B0A4ED3}" type="presOf" srcId="{0D3363CC-AD91-46EF-9D91-59F36FC56257}" destId="{82566740-F5B5-4A7B-BAAF-5A5443C44DF0}" srcOrd="0" destOrd="0" presId="urn:microsoft.com/office/officeart/2009/3/layout/HorizontalOrganizationChart"/>
    <dgm:cxn modelId="{EFE51E60-CCCE-48EA-A397-FECD7B106767}" type="presOf" srcId="{9E77DCD3-D412-4095-B4E8-96235DE94024}" destId="{3D788E36-F957-4F49-8A57-B4B36C3F0142}" srcOrd="0" destOrd="0" presId="urn:microsoft.com/office/officeart/2009/3/layout/HorizontalOrganizationChart"/>
    <dgm:cxn modelId="{92E5B644-1330-41FE-BF49-32CA2C9C23B9}" type="presOf" srcId="{F5025464-A857-4367-A354-88B538C2E842}" destId="{EF3C4D92-2CC9-4637-934E-37B73E385FDC}" srcOrd="0" destOrd="0" presId="urn:microsoft.com/office/officeart/2009/3/layout/HorizontalOrganizationChart"/>
    <dgm:cxn modelId="{FA88B86B-AEFA-4060-A9E5-F7FEED52F577}" type="presOf" srcId="{802ADBA6-7990-4055-8ED2-411EA5F62DC2}" destId="{EA49BE82-BF9F-42BE-BBAE-FE4C4B9D9C30}" srcOrd="0" destOrd="0" presId="urn:microsoft.com/office/officeart/2009/3/layout/HorizontalOrganizationChart"/>
    <dgm:cxn modelId="{0E428F4C-5312-437B-BFB2-003D7888E4B1}" srcId="{E25F310D-1426-401C-BF9B-4F2157131A62}" destId="{350A541A-B273-42D2-8087-E1D2D5F11465}" srcOrd="1" destOrd="0" parTransId="{03501CAD-7D94-4217-9D6F-8D02FDC6DBCF}" sibTransId="{05A39265-6470-4E9A-8C64-BED058BB8703}"/>
    <dgm:cxn modelId="{C669566D-4961-4299-BAE8-46654B8E29BD}" type="presOf" srcId="{391C319F-A228-4C29-A42F-C5685AD8D3DC}" destId="{98BF3D7F-9292-4E50-8C9B-3F5FFAC0C80C}" srcOrd="0" destOrd="0" presId="urn:microsoft.com/office/officeart/2009/3/layout/HorizontalOrganizationChart"/>
    <dgm:cxn modelId="{3A6B636F-5D49-4494-83FD-40D72D15D935}" type="presOf" srcId="{63E0CB55-EAC1-4F86-8DBC-983F9B45D8A2}" destId="{B5AC43BF-2CE5-404B-BEF5-EC3356145FA2}" srcOrd="1" destOrd="0" presId="urn:microsoft.com/office/officeart/2009/3/layout/HorizontalOrganizationChart"/>
    <dgm:cxn modelId="{3437A34F-539D-46C0-9227-79735869A8C0}" srcId="{6AA3B797-0908-471A-AD83-5133B5C46C2B}" destId="{08D754F2-9B49-4258-A783-058E70C8B55F}" srcOrd="0" destOrd="0" parTransId="{A8DC92AC-828E-4CBF-AC47-E59A2CD3531C}" sibTransId="{05F8A47C-34A3-4DEC-B9FB-F6EBFD739F37}"/>
    <dgm:cxn modelId="{559FB151-61AD-4322-9E2B-E2B76FA9DEE9}" type="presOf" srcId="{03C4553D-2D77-47D1-BC0F-9591D3F81D32}" destId="{DEB013B2-109B-4F39-A66D-00A2B0EC8CF0}" srcOrd="1" destOrd="0" presId="urn:microsoft.com/office/officeart/2009/3/layout/HorizontalOrganizationChart"/>
    <dgm:cxn modelId="{655AE872-52C6-4E5B-BA72-3E19F05D1853}" type="presOf" srcId="{DC028D9E-2152-400D-9BDD-57856EDFF016}" destId="{8B5C97FB-874E-40D5-AE13-5EE3D53E836A}" srcOrd="1" destOrd="0" presId="urn:microsoft.com/office/officeart/2009/3/layout/HorizontalOrganizationChart"/>
    <dgm:cxn modelId="{5F4AD473-6D25-411C-9A32-2DF76E72CBD9}" type="presOf" srcId="{C3C1E46A-6E3C-48CE-8804-B4279D97DB24}" destId="{6B0C082D-10F3-4C8C-A7D0-0C95BA89E3D1}" srcOrd="0" destOrd="0" presId="urn:microsoft.com/office/officeart/2009/3/layout/HorizontalOrganizationChart"/>
    <dgm:cxn modelId="{07636174-25CC-480A-B42B-E036F3D1B0C3}" type="presOf" srcId="{BB2A2322-F9D3-41AE-A955-E1AF771A039E}" destId="{28C7AC4A-E5A7-4AE7-893C-D687A41A5945}" srcOrd="0" destOrd="0" presId="urn:microsoft.com/office/officeart/2009/3/layout/HorizontalOrganizationChart"/>
    <dgm:cxn modelId="{551E3255-59D4-4326-B986-CC91DB2BECB1}" type="presOf" srcId="{4C387C7F-FE75-43A5-A589-E55474C4DE0F}" destId="{EFD5170C-5957-4FC7-9710-78980EC07B14}" srcOrd="0" destOrd="0" presId="urn:microsoft.com/office/officeart/2009/3/layout/HorizontalOrganizationChart"/>
    <dgm:cxn modelId="{E4BBEF55-EF04-4BDA-A0A6-8E2257284218}" type="presOf" srcId="{EA30A644-4EE7-4C6D-A0D2-C7A71BE90D3E}" destId="{570733FF-0F40-409A-A1D3-C5D59F447F42}" srcOrd="1" destOrd="0" presId="urn:microsoft.com/office/officeart/2009/3/layout/HorizontalOrganizationChart"/>
    <dgm:cxn modelId="{A58B7876-2363-4A31-98E1-9C6740365C31}" type="presOf" srcId="{350A541A-B273-42D2-8087-E1D2D5F11465}" destId="{CB9FBEDC-21B7-4971-AF3D-8B96CC0EB528}" srcOrd="1" destOrd="0" presId="urn:microsoft.com/office/officeart/2009/3/layout/HorizontalOrganizationChart"/>
    <dgm:cxn modelId="{1BA4F977-21FF-4446-9D37-64F469268F08}" type="presOf" srcId="{390FB847-2D15-48BC-B08E-1A7487795D46}" destId="{AA3F4E67-60A4-4FC1-8D43-495FCA399564}" srcOrd="0" destOrd="0" presId="urn:microsoft.com/office/officeart/2009/3/layout/HorizontalOrganizationChart"/>
    <dgm:cxn modelId="{3F4C6A58-148B-4130-95A2-05CC31634C6A}" type="presOf" srcId="{E25F310D-1426-401C-BF9B-4F2157131A62}" destId="{7240494A-19C0-4010-8116-B264A4ED9E06}" srcOrd="0" destOrd="0" presId="urn:microsoft.com/office/officeart/2009/3/layout/HorizontalOrganizationChart"/>
    <dgm:cxn modelId="{65AE5658-1626-4810-85BF-077C4BCBCA53}" type="presOf" srcId="{56997FEE-5401-4B97-BD21-6013572C3C2A}" destId="{A0110318-F588-4DD0-AC02-39A4F99F2E01}" srcOrd="0" destOrd="0" presId="urn:microsoft.com/office/officeart/2009/3/layout/HorizontalOrganizationChart"/>
    <dgm:cxn modelId="{1255DA7D-F7AB-462F-94CC-8E87C213FFD1}" srcId="{C636D10C-5491-4DCC-94FD-155A261FA8E4}" destId="{63E0CB55-EAC1-4F86-8DBC-983F9B45D8A2}" srcOrd="0" destOrd="0" parTransId="{929B5F94-2721-40CA-A8C7-9914836D5AA6}" sibTransId="{A843CD95-7C87-4788-B03C-D19DB62CB849}"/>
    <dgm:cxn modelId="{5702497E-96D8-4804-9F01-CDC0445F2795}" srcId="{811FA148-6518-465C-B64E-A7829BB33206}" destId="{01F78035-5418-4817-932B-7FBBE3EF9BA1}" srcOrd="1" destOrd="0" parTransId="{A118CF86-57EA-4303-86DF-B100680498F5}" sibTransId="{D12CDCEA-B865-4F1F-B9C4-F631FCC74D46}"/>
    <dgm:cxn modelId="{070A887F-1012-4C6D-902A-36EB8E90047C}" type="presOf" srcId="{01A43DCA-DFF9-4B5A-A9BC-40D831A22C97}" destId="{2DB6F549-D20F-430C-B94C-8F4B35B2EED3}" srcOrd="0" destOrd="0" presId="urn:microsoft.com/office/officeart/2009/3/layout/HorizontalOrganizationChart"/>
    <dgm:cxn modelId="{E7631581-D713-4184-B2C3-2DFB083745FA}" srcId="{4C387C7F-FE75-43A5-A589-E55474C4DE0F}" destId="{72DBC3A0-BF15-40FC-9615-04E050C71910}" srcOrd="0" destOrd="0" parTransId="{0D3363CC-AD91-46EF-9D91-59F36FC56257}" sibTransId="{138E6928-8124-4646-9B1E-150440EFBB6A}"/>
    <dgm:cxn modelId="{81AECE88-DA7D-4115-91D7-758A127D2590}" type="presOf" srcId="{905848B4-F235-40BE-BD06-357DC93FA668}" destId="{0CE71F53-5766-40C7-B8DE-4D819AA66F39}" srcOrd="0" destOrd="0" presId="urn:microsoft.com/office/officeart/2009/3/layout/HorizontalOrganizationChart"/>
    <dgm:cxn modelId="{D2C93D89-55E2-4380-B6A4-EC164F155331}" srcId="{332012E7-8CC0-4F2C-B0FE-5DFD2C766480}" destId="{56997FEE-5401-4B97-BD21-6013572C3C2A}" srcOrd="1" destOrd="0" parTransId="{1E4228A1-062D-411B-904D-4D43AD2A2D62}" sibTransId="{7736259B-BDA7-42CC-A789-4DD9A301ED14}"/>
    <dgm:cxn modelId="{2A60218A-1D5A-40F8-B936-51358C6C196B}" type="presOf" srcId="{D5841835-7747-4FF2-9A0E-B79E1BA6FC9B}" destId="{CE7F6061-BB56-4C04-B204-E7CCA8734608}" srcOrd="1" destOrd="0" presId="urn:microsoft.com/office/officeart/2009/3/layout/HorizontalOrganizationChart"/>
    <dgm:cxn modelId="{4ACFAC8D-8FFE-4D36-871F-6BAB4919771F}" srcId="{F5025464-A857-4367-A354-88B538C2E842}" destId="{400261A5-1437-44E8-9F87-9D8790BCDA70}" srcOrd="0" destOrd="0" parTransId="{01A43DCA-DFF9-4B5A-A9BC-40D831A22C97}" sibTransId="{53466E2F-3BD7-4DD9-88B7-D0EDD823931D}"/>
    <dgm:cxn modelId="{6EB1358E-7142-4BF5-AB06-FEB9AE560FBD}" type="presOf" srcId="{929B5F94-2721-40CA-A8C7-9914836D5AA6}" destId="{FDF68713-827F-466D-8EEF-DFFF3F63F0F9}" srcOrd="0" destOrd="0" presId="urn:microsoft.com/office/officeart/2009/3/layout/HorizontalOrganizationChart"/>
    <dgm:cxn modelId="{BB358A92-A4BF-43AD-8C8D-F074D3EC710C}" type="presOf" srcId="{332012E7-8CC0-4F2C-B0FE-5DFD2C766480}" destId="{81DC2084-BB8D-46AF-9DA2-CCD51FDCC742}" srcOrd="0" destOrd="0" presId="urn:microsoft.com/office/officeart/2009/3/layout/HorizontalOrganizationChart"/>
    <dgm:cxn modelId="{AE705697-8AD5-486E-99E9-4AC8814694D6}" type="presOf" srcId="{E12171E4-FDE6-4C93-A682-4EE43023C62C}" destId="{C80D9B7C-AC01-416B-AFF0-C3A39131A70A}" srcOrd="0" destOrd="0" presId="urn:microsoft.com/office/officeart/2009/3/layout/HorizontalOrganizationChart"/>
    <dgm:cxn modelId="{BFAFBB9F-573B-40C9-AED0-71B00329A146}" type="presOf" srcId="{EA30A644-4EE7-4C6D-A0D2-C7A71BE90D3E}" destId="{C25B3D64-654B-44BB-ABDF-B77E2E858E97}" srcOrd="0" destOrd="0" presId="urn:microsoft.com/office/officeart/2009/3/layout/HorizontalOrganizationChart"/>
    <dgm:cxn modelId="{6E90E9A0-D0CF-4DFE-BA6F-EEC0DCF8C239}" type="presOf" srcId="{C3C1E46A-6E3C-48CE-8804-B4279D97DB24}" destId="{C7158B57-C3C3-43ED-AFC6-F478771E1CD5}" srcOrd="1" destOrd="0" presId="urn:microsoft.com/office/officeart/2009/3/layout/HorizontalOrganizationChart"/>
    <dgm:cxn modelId="{F62210A2-7CB6-4FD4-965E-A7577CE8829E}" type="presOf" srcId="{C636D10C-5491-4DCC-94FD-155A261FA8E4}" destId="{1B1FB3C0-42B5-4723-B869-C6F1A151E89A}" srcOrd="0" destOrd="0" presId="urn:microsoft.com/office/officeart/2009/3/layout/HorizontalOrganizationChart"/>
    <dgm:cxn modelId="{343ECFA3-C514-40BE-935E-975D191E030C}" type="presOf" srcId="{F5025464-A857-4367-A354-88B538C2E842}" destId="{B996CB60-FE17-4B27-8AF2-941A70E9C777}" srcOrd="1" destOrd="0" presId="urn:microsoft.com/office/officeart/2009/3/layout/HorizontalOrganizationChart"/>
    <dgm:cxn modelId="{746D11B5-99DA-4816-B39B-5AD75BFFA9C7}" type="presOf" srcId="{D0DCD082-7B12-4A34-A71A-2DA86ADE9C41}" destId="{BA38F9D0-BF0D-4471-AE9F-C03DF3D714BF}" srcOrd="0" destOrd="0" presId="urn:microsoft.com/office/officeart/2009/3/layout/HorizontalOrganizationChart"/>
    <dgm:cxn modelId="{F31874B6-7935-4F28-8374-5FF930CB1526}" type="presOf" srcId="{13B62198-CC1C-49F5-BF8D-1A42A092C55A}" destId="{FC483693-DF5F-453A-BAFE-EA9DE66B7E45}" srcOrd="1" destOrd="0" presId="urn:microsoft.com/office/officeart/2009/3/layout/HorizontalOrganizationChart"/>
    <dgm:cxn modelId="{FD047AB7-792A-41D2-8802-5E4068C7842B}" type="presOf" srcId="{03501CAD-7D94-4217-9D6F-8D02FDC6DBCF}" destId="{47D975E8-7FE8-4E61-ADAD-74CFD07DF8E5}" srcOrd="0" destOrd="0" presId="urn:microsoft.com/office/officeart/2009/3/layout/HorizontalOrganizationChart"/>
    <dgm:cxn modelId="{63ECC8BA-81D0-42FF-8666-9B8E40F96568}" type="presOf" srcId="{72DBC3A0-BF15-40FC-9615-04E050C71910}" destId="{B02F9A94-A407-412A-83C0-F890F38EC47C}" srcOrd="0" destOrd="0" presId="urn:microsoft.com/office/officeart/2009/3/layout/HorizontalOrganizationChart"/>
    <dgm:cxn modelId="{318577BB-4F00-4C84-B461-A0A083F810BF}" srcId="{01F78035-5418-4817-932B-7FBBE3EF9BA1}" destId="{F5025464-A857-4367-A354-88B538C2E842}" srcOrd="1" destOrd="0" parTransId="{905848B4-F235-40BE-BD06-357DC93FA668}" sibTransId="{43049456-12B0-4572-904A-FEF636314BA1}"/>
    <dgm:cxn modelId="{8D5577BE-F195-451F-BF70-3F4726ED4A96}" srcId="{332012E7-8CC0-4F2C-B0FE-5DFD2C766480}" destId="{E25F310D-1426-401C-BF9B-4F2157131A62}" srcOrd="0" destOrd="0" parTransId="{247C803E-70CF-45CE-9450-713631E8C3EB}" sibTransId="{F998D1BE-52CF-41CE-83D2-EE2581B8DC7D}"/>
    <dgm:cxn modelId="{1F2F43C0-F70C-4915-B5ED-DF1069C1AE79}" type="presOf" srcId="{660A259B-3F40-4CC9-A122-D9E3D3617E8A}" destId="{FE73F5C2-558D-4EB2-922E-44C77C831B31}" srcOrd="1" destOrd="0" presId="urn:microsoft.com/office/officeart/2009/3/layout/HorizontalOrganizationChart"/>
    <dgm:cxn modelId="{11A263C3-2266-47E9-B761-64D9ACAE0E11}" type="presOf" srcId="{56997FEE-5401-4B97-BD21-6013572C3C2A}" destId="{7A2D7BA9-7F88-4C55-B65D-EA6B43D967F9}" srcOrd="1" destOrd="0" presId="urn:microsoft.com/office/officeart/2009/3/layout/HorizontalOrganizationChart"/>
    <dgm:cxn modelId="{791D70C5-A0B0-4356-820B-FBED0AC50185}" type="presOf" srcId="{72DBC3A0-BF15-40FC-9615-04E050C71910}" destId="{F5A878DF-BDD8-4A47-BC98-30139EA949FF}" srcOrd="1" destOrd="0" presId="urn:microsoft.com/office/officeart/2009/3/layout/HorizontalOrganizationChart"/>
    <dgm:cxn modelId="{4F35AFC5-79E0-4E08-BA95-D4E1CDC28506}" srcId="{01F78035-5418-4817-932B-7FBBE3EF9BA1}" destId="{8F136D2E-255E-4EBC-8F80-1077B391AF9E}" srcOrd="0" destOrd="0" parTransId="{0D6314F1-5F98-4031-BEAF-7698C1C24AAD}" sibTransId="{63BEF368-A5CB-4538-BDB6-773809E1E11F}"/>
    <dgm:cxn modelId="{25C95BC7-3CFE-4F6A-BE3E-B7E1394E7A0F}" type="presOf" srcId="{8F136D2E-255E-4EBC-8F80-1077B391AF9E}" destId="{146ADCE1-EA63-4AA2-955D-357139142D2F}" srcOrd="1" destOrd="0" presId="urn:microsoft.com/office/officeart/2009/3/layout/HorizontalOrganizationChart"/>
    <dgm:cxn modelId="{A9A473C8-CCEA-4E18-A296-4A6B5F6B7595}" type="presOf" srcId="{6AA3B797-0908-471A-AD83-5133B5C46C2B}" destId="{EB89FCC3-43D3-454B-8148-6C0E5C855EF0}" srcOrd="0" destOrd="0" presId="urn:microsoft.com/office/officeart/2009/3/layout/HorizontalOrganizationChart"/>
    <dgm:cxn modelId="{B17309C9-55F8-4474-A8FA-D483E563F47D}" srcId="{DC028D9E-2152-400D-9BDD-57856EDFF016}" destId="{13B62198-CC1C-49F5-BF8D-1A42A092C55A}" srcOrd="0" destOrd="0" parTransId="{9E77DCD3-D412-4095-B4E8-96235DE94024}" sibTransId="{087E44A3-8DFF-4177-A4F4-4787AEAED2EA}"/>
    <dgm:cxn modelId="{4AE895C9-D0AC-44D6-A6CC-A7DCD034ED6F}" srcId="{E25F310D-1426-401C-BF9B-4F2157131A62}" destId="{D5841835-7747-4FF2-9A0E-B79E1BA6FC9B}" srcOrd="2" destOrd="0" parTransId="{E12171E4-FDE6-4C93-A682-4EE43023C62C}" sibTransId="{D8491FBA-579E-4E2E-84DB-15D943D7CEC2}"/>
    <dgm:cxn modelId="{BBB304CB-475B-411E-BBC3-F70321AA9BE6}" srcId="{13B62198-CC1C-49F5-BF8D-1A42A092C55A}" destId="{660A259B-3F40-4CC9-A122-D9E3D3617E8A}" srcOrd="0" destOrd="0" parTransId="{36CA7CB5-3A21-432E-9BFF-3A159BECB9CF}" sibTransId="{FEC0F6E5-722A-4E4C-AAFC-23B0CD7EB3FB}"/>
    <dgm:cxn modelId="{3C562ECD-7CE6-44DF-AC9E-0ACB6F6CD1F9}" srcId="{56997FEE-5401-4B97-BD21-6013572C3C2A}" destId="{6A0EFED3-2BFF-416E-9FA2-34662C03FDD7}" srcOrd="0" destOrd="0" parTransId="{BB2A2322-F9D3-41AE-A955-E1AF771A039E}" sibTransId="{D3C157ED-C187-4C18-AFC6-6AFD0F3D04D8}"/>
    <dgm:cxn modelId="{42C4CFCD-AAED-41E4-9559-C5CBBE622C45}" srcId="{E25F310D-1426-401C-BF9B-4F2157131A62}" destId="{C636D10C-5491-4DCC-94FD-155A261FA8E4}" srcOrd="0" destOrd="0" parTransId="{69D124BA-BAB9-415F-A558-3129373583AD}" sibTransId="{BE37C407-CCCC-49AA-A9B6-8BD95EA0A077}"/>
    <dgm:cxn modelId="{406982CF-5C25-4159-A65D-08F1FC280ABD}" type="presOf" srcId="{660A259B-3F40-4CC9-A122-D9E3D3617E8A}" destId="{451A1881-0596-424A-A8E2-5DEC3E74B776}" srcOrd="0" destOrd="0" presId="urn:microsoft.com/office/officeart/2009/3/layout/HorizontalOrganizationChart"/>
    <dgm:cxn modelId="{0A0C77D3-2481-46CC-B9DA-1A8814CA3B6B}" type="presOf" srcId="{7E68B529-849E-4EE8-BF4B-3BB8FF642A55}" destId="{0B8B57D7-67EE-40AA-918A-355D30EBCF42}" srcOrd="0" destOrd="0" presId="urn:microsoft.com/office/officeart/2009/3/layout/HorizontalOrganizationChart"/>
    <dgm:cxn modelId="{45233DD7-4E02-419A-975F-F2464C3F689E}" type="presOf" srcId="{69D124BA-BAB9-415F-A558-3129373583AD}" destId="{51ED504C-5AAB-4EA5-93CC-CE64C6D8B987}" srcOrd="0" destOrd="0" presId="urn:microsoft.com/office/officeart/2009/3/layout/HorizontalOrganizationChart"/>
    <dgm:cxn modelId="{D5D245D8-D079-4998-B413-241A72855C00}" srcId="{8F136D2E-255E-4EBC-8F80-1077B391AF9E}" destId="{0613980C-01FB-420C-AA10-EF8E0CCCECA5}" srcOrd="0" destOrd="0" parTransId="{390FB847-2D15-48BC-B08E-1A7487795D46}" sibTransId="{571B1A6F-CD13-462E-8826-EC8FFF65EC6D}"/>
    <dgm:cxn modelId="{DDE8F7D8-C2C8-4380-8A0A-4294B9F50860}" srcId="{D5841835-7747-4FF2-9A0E-B79E1BA6FC9B}" destId="{EA30A644-4EE7-4C6D-A0D2-C7A71BE90D3E}" srcOrd="0" destOrd="0" parTransId="{D0DCD082-7B12-4A34-A71A-2DA86ADE9C41}" sibTransId="{2B2B5C91-C71F-4B52-A4D4-36834AD82A35}"/>
    <dgm:cxn modelId="{4E3A55D9-E1A1-4283-B84A-3D6403A4E881}" type="presOf" srcId="{400261A5-1437-44E8-9F87-9D8790BCDA70}" destId="{68658F2A-9B2F-4749-8720-18FE4DE24789}" srcOrd="1" destOrd="0" presId="urn:microsoft.com/office/officeart/2009/3/layout/HorizontalOrganizationChart"/>
    <dgm:cxn modelId="{18EBB5DD-61C0-4CFD-A7E6-6E4F30EE911E}" type="presOf" srcId="{400261A5-1437-44E8-9F87-9D8790BCDA70}" destId="{E22AED63-5E2D-4F41-A0AD-B3D32B00B3A5}" srcOrd="0" destOrd="0" presId="urn:microsoft.com/office/officeart/2009/3/layout/HorizontalOrganizationChart"/>
    <dgm:cxn modelId="{0DF7E6E4-CE58-49A0-989C-A746DE0C88EB}" type="presOf" srcId="{A8DC92AC-828E-4CBF-AC47-E59A2CD3531C}" destId="{6EA00B71-A2C4-4365-A8CC-0CB9F6718845}" srcOrd="0" destOrd="0" presId="urn:microsoft.com/office/officeart/2009/3/layout/HorizontalOrganizationChart"/>
    <dgm:cxn modelId="{4B4939E8-BE9B-419A-B480-1A1F5FC01D18}" type="presOf" srcId="{DC028D9E-2152-400D-9BDD-57856EDFF016}" destId="{AD1476D6-1890-4127-BA61-655B8A9D1EC1}" srcOrd="0" destOrd="0" presId="urn:microsoft.com/office/officeart/2009/3/layout/HorizontalOrganizationChart"/>
    <dgm:cxn modelId="{38C9EBF1-73CF-427A-8AB7-F61B4A340DAE}" type="presOf" srcId="{D825D7C1-3939-4F13-AE3A-FC2264D36C51}" destId="{C73A657E-A9E5-4450-B1AD-2B15DAAE49D9}" srcOrd="0" destOrd="0" presId="urn:microsoft.com/office/officeart/2009/3/layout/HorizontalOrganizationChart"/>
    <dgm:cxn modelId="{F7FABFF4-135C-4811-99E0-68432F2C775D}" srcId="{E25F310D-1426-401C-BF9B-4F2157131A62}" destId="{6AA3B797-0908-471A-AD83-5133B5C46C2B}" srcOrd="3" destOrd="0" parTransId="{D825D7C1-3939-4F13-AE3A-FC2264D36C51}" sibTransId="{B138C5B1-FAD8-496A-8728-3483FF7E4614}"/>
    <dgm:cxn modelId="{21284AF7-0C50-44AB-92C6-E8A898C9C34C}" srcId="{01F78035-5418-4817-932B-7FBBE3EF9BA1}" destId="{4C387C7F-FE75-43A5-A589-E55474C4DE0F}" srcOrd="2" destOrd="0" parTransId="{802ADBA6-7990-4055-8ED2-411EA5F62DC2}" sibTransId="{190889BA-AFC1-4A99-83A6-C0096E91F8A5}"/>
    <dgm:cxn modelId="{2D9FAFFA-C1DE-42D7-A0E1-A3C33A1F3BD7}" type="presOf" srcId="{247C803E-70CF-45CE-9450-713631E8C3EB}" destId="{76F5CD99-9129-42D9-B6AF-31FEC0019680}" srcOrd="0" destOrd="0" presId="urn:microsoft.com/office/officeart/2009/3/layout/HorizontalOrganizationChart"/>
    <dgm:cxn modelId="{A63317FC-A4B0-4D01-AA12-D7EA463D1A50}" type="presOf" srcId="{08D754F2-9B49-4258-A783-058E70C8B55F}" destId="{C6A9DC27-9084-48CA-963A-9BD79B93AC99}" srcOrd="0" destOrd="0" presId="urn:microsoft.com/office/officeart/2009/3/layout/HorizontalOrganizationChart"/>
    <dgm:cxn modelId="{3DC75805-25B0-4D54-8E11-7268BD211121}" type="presParOf" srcId="{3CF6A7EC-229E-4886-A4B2-D85DC120BED5}" destId="{B5AA74B1-D130-4586-AD5C-5CE1D5D97050}" srcOrd="0" destOrd="0" presId="urn:microsoft.com/office/officeart/2009/3/layout/HorizontalOrganizationChart"/>
    <dgm:cxn modelId="{50447C49-8ED4-46DA-9316-4F7E4F554343}" type="presParOf" srcId="{B5AA74B1-D130-4586-AD5C-5CE1D5D97050}" destId="{FA279722-8F75-4436-B37E-8910774A1AF4}" srcOrd="0" destOrd="0" presId="urn:microsoft.com/office/officeart/2009/3/layout/HorizontalOrganizationChart"/>
    <dgm:cxn modelId="{BFAECC6D-A418-4F65-9E09-861DA1A22F2E}" type="presParOf" srcId="{FA279722-8F75-4436-B37E-8910774A1AF4}" destId="{81DC2084-BB8D-46AF-9DA2-CCD51FDCC742}" srcOrd="0" destOrd="0" presId="urn:microsoft.com/office/officeart/2009/3/layout/HorizontalOrganizationChart"/>
    <dgm:cxn modelId="{9342F179-B395-4152-ACE9-D63D5BA98C59}" type="presParOf" srcId="{FA279722-8F75-4436-B37E-8910774A1AF4}" destId="{8A86E067-CF2C-4D54-BBFE-BE566D879E3E}" srcOrd="1" destOrd="0" presId="urn:microsoft.com/office/officeart/2009/3/layout/HorizontalOrganizationChart"/>
    <dgm:cxn modelId="{3EB91947-45E7-4B5E-8789-9F007F103299}" type="presParOf" srcId="{B5AA74B1-D130-4586-AD5C-5CE1D5D97050}" destId="{030B27A5-0304-4D24-A742-D806643CC0FD}" srcOrd="1" destOrd="0" presId="urn:microsoft.com/office/officeart/2009/3/layout/HorizontalOrganizationChart"/>
    <dgm:cxn modelId="{49977D59-ADBC-4B19-8F20-B37D2934764C}" type="presParOf" srcId="{030B27A5-0304-4D24-A742-D806643CC0FD}" destId="{76F5CD99-9129-42D9-B6AF-31FEC0019680}" srcOrd="0" destOrd="0" presId="urn:microsoft.com/office/officeart/2009/3/layout/HorizontalOrganizationChart"/>
    <dgm:cxn modelId="{88464993-21E2-451B-B4F4-C916D313DE59}" type="presParOf" srcId="{030B27A5-0304-4D24-A742-D806643CC0FD}" destId="{6917B0E1-EB39-4DF3-A695-3AEE848F1F43}" srcOrd="1" destOrd="0" presId="urn:microsoft.com/office/officeart/2009/3/layout/HorizontalOrganizationChart"/>
    <dgm:cxn modelId="{0F26106D-9EB8-43E8-8D1C-06462EDB7CF9}" type="presParOf" srcId="{6917B0E1-EB39-4DF3-A695-3AEE848F1F43}" destId="{4551950D-FD38-4968-A872-65CE91B570DC}" srcOrd="0" destOrd="0" presId="urn:microsoft.com/office/officeart/2009/3/layout/HorizontalOrganizationChart"/>
    <dgm:cxn modelId="{508A9E0F-769A-4C48-9588-138CAB0668C8}" type="presParOf" srcId="{4551950D-FD38-4968-A872-65CE91B570DC}" destId="{7240494A-19C0-4010-8116-B264A4ED9E06}" srcOrd="0" destOrd="0" presId="urn:microsoft.com/office/officeart/2009/3/layout/HorizontalOrganizationChart"/>
    <dgm:cxn modelId="{74C1EBB8-C496-4AEF-A70D-45966B4D4EE9}" type="presParOf" srcId="{4551950D-FD38-4968-A872-65CE91B570DC}" destId="{20C8F681-45CB-43AF-86E0-E7BADA2870C6}" srcOrd="1" destOrd="0" presId="urn:microsoft.com/office/officeart/2009/3/layout/HorizontalOrganizationChart"/>
    <dgm:cxn modelId="{2FAEFD55-BC92-49BC-AAEC-598FCF75ABAB}" type="presParOf" srcId="{6917B0E1-EB39-4DF3-A695-3AEE848F1F43}" destId="{934C5E3A-A87F-454E-8CC9-642D5ABA69AA}" srcOrd="1" destOrd="0" presId="urn:microsoft.com/office/officeart/2009/3/layout/HorizontalOrganizationChart"/>
    <dgm:cxn modelId="{8C04893B-50A0-42C3-BEBA-81D0E4E51AA7}" type="presParOf" srcId="{934C5E3A-A87F-454E-8CC9-642D5ABA69AA}" destId="{51ED504C-5AAB-4EA5-93CC-CE64C6D8B987}" srcOrd="0" destOrd="0" presId="urn:microsoft.com/office/officeart/2009/3/layout/HorizontalOrganizationChart"/>
    <dgm:cxn modelId="{D65AB014-C738-48E5-A3E9-24761E2F6FB5}" type="presParOf" srcId="{934C5E3A-A87F-454E-8CC9-642D5ABA69AA}" destId="{8B9AD326-2D7A-4133-B4C3-0B3C1B746BFB}" srcOrd="1" destOrd="0" presId="urn:microsoft.com/office/officeart/2009/3/layout/HorizontalOrganizationChart"/>
    <dgm:cxn modelId="{433CC16B-4DB9-4593-A300-919CE8DE991C}" type="presParOf" srcId="{8B9AD326-2D7A-4133-B4C3-0B3C1B746BFB}" destId="{90EEDF66-5CA0-4267-A2C2-C1B7660DBB34}" srcOrd="0" destOrd="0" presId="urn:microsoft.com/office/officeart/2009/3/layout/HorizontalOrganizationChart"/>
    <dgm:cxn modelId="{EFB2C539-8E4F-4AA5-B1AF-0F7D66327CDD}" type="presParOf" srcId="{90EEDF66-5CA0-4267-A2C2-C1B7660DBB34}" destId="{1B1FB3C0-42B5-4723-B869-C6F1A151E89A}" srcOrd="0" destOrd="0" presId="urn:microsoft.com/office/officeart/2009/3/layout/HorizontalOrganizationChart"/>
    <dgm:cxn modelId="{AAE4D4CE-B2E9-4A22-AC7F-751478E1FF11}" type="presParOf" srcId="{90EEDF66-5CA0-4267-A2C2-C1B7660DBB34}" destId="{24569840-8F7C-49D0-A675-C04BB6E13F4C}" srcOrd="1" destOrd="0" presId="urn:microsoft.com/office/officeart/2009/3/layout/HorizontalOrganizationChart"/>
    <dgm:cxn modelId="{7032103F-3ACF-43EB-B5FE-BC34A6817194}" type="presParOf" srcId="{8B9AD326-2D7A-4133-B4C3-0B3C1B746BFB}" destId="{253E8C91-C569-4AD9-9415-AFB78CAB9C00}" srcOrd="1" destOrd="0" presId="urn:microsoft.com/office/officeart/2009/3/layout/HorizontalOrganizationChart"/>
    <dgm:cxn modelId="{E72E9B3F-7C92-4D9E-8958-E57B3377738A}" type="presParOf" srcId="{253E8C91-C569-4AD9-9415-AFB78CAB9C00}" destId="{FDF68713-827F-466D-8EEF-DFFF3F63F0F9}" srcOrd="0" destOrd="0" presId="urn:microsoft.com/office/officeart/2009/3/layout/HorizontalOrganizationChart"/>
    <dgm:cxn modelId="{DD170C48-01CF-4CB4-84D5-93AC032CD42A}" type="presParOf" srcId="{253E8C91-C569-4AD9-9415-AFB78CAB9C00}" destId="{A55AA1B7-06AE-44CC-9E1C-DD77DF79EC45}" srcOrd="1" destOrd="0" presId="urn:microsoft.com/office/officeart/2009/3/layout/HorizontalOrganizationChart"/>
    <dgm:cxn modelId="{14C7E86F-DC9D-4C5C-9CC7-DE2A2AD42F82}" type="presParOf" srcId="{A55AA1B7-06AE-44CC-9E1C-DD77DF79EC45}" destId="{38D56BC0-D9F1-4752-9847-2F91EEEFD935}" srcOrd="0" destOrd="0" presId="urn:microsoft.com/office/officeart/2009/3/layout/HorizontalOrganizationChart"/>
    <dgm:cxn modelId="{9FBC37AC-3FD4-4D16-BDCA-DA294F3C03E0}" type="presParOf" srcId="{38D56BC0-D9F1-4752-9847-2F91EEEFD935}" destId="{15028947-AF2B-417E-91C1-265004CAFD09}" srcOrd="0" destOrd="0" presId="urn:microsoft.com/office/officeart/2009/3/layout/HorizontalOrganizationChart"/>
    <dgm:cxn modelId="{B0DB8608-E1F2-41F0-8DF7-FEA7C85D0728}" type="presParOf" srcId="{38D56BC0-D9F1-4752-9847-2F91EEEFD935}" destId="{B5AC43BF-2CE5-404B-BEF5-EC3356145FA2}" srcOrd="1" destOrd="0" presId="urn:microsoft.com/office/officeart/2009/3/layout/HorizontalOrganizationChart"/>
    <dgm:cxn modelId="{F22FC390-D24B-4ED5-AAFF-9C7A71D06545}" type="presParOf" srcId="{A55AA1B7-06AE-44CC-9E1C-DD77DF79EC45}" destId="{0E7078DD-21A3-4DEE-BE56-FCB911B66241}" srcOrd="1" destOrd="0" presId="urn:microsoft.com/office/officeart/2009/3/layout/HorizontalOrganizationChart"/>
    <dgm:cxn modelId="{130AF2F4-B556-4265-820A-5F528B834164}" type="presParOf" srcId="{A55AA1B7-06AE-44CC-9E1C-DD77DF79EC45}" destId="{5FF1816C-36DA-44FB-AC24-4F50F3684395}" srcOrd="2" destOrd="0" presId="urn:microsoft.com/office/officeart/2009/3/layout/HorizontalOrganizationChart"/>
    <dgm:cxn modelId="{B3CC0AFA-9245-4EB4-8A94-494B86FCC872}" type="presParOf" srcId="{8B9AD326-2D7A-4133-B4C3-0B3C1B746BFB}" destId="{216F3DDA-B285-4E68-BBDF-1786931E1D69}" srcOrd="2" destOrd="0" presId="urn:microsoft.com/office/officeart/2009/3/layout/HorizontalOrganizationChart"/>
    <dgm:cxn modelId="{4C6B1C27-1009-4843-9749-7242707253B6}" type="presParOf" srcId="{934C5E3A-A87F-454E-8CC9-642D5ABA69AA}" destId="{47D975E8-7FE8-4E61-ADAD-74CFD07DF8E5}" srcOrd="2" destOrd="0" presId="urn:microsoft.com/office/officeart/2009/3/layout/HorizontalOrganizationChart"/>
    <dgm:cxn modelId="{5683CC6D-586E-4E52-8505-7534CF1A456D}" type="presParOf" srcId="{934C5E3A-A87F-454E-8CC9-642D5ABA69AA}" destId="{BC69CC2F-22D7-41A8-866B-04E5A1164E4E}" srcOrd="3" destOrd="0" presId="urn:microsoft.com/office/officeart/2009/3/layout/HorizontalOrganizationChart"/>
    <dgm:cxn modelId="{3A9393E9-62A3-453E-81DE-1697F3D668C3}" type="presParOf" srcId="{BC69CC2F-22D7-41A8-866B-04E5A1164E4E}" destId="{AA53358D-FFDD-400E-9C35-EF56DDA489F1}" srcOrd="0" destOrd="0" presId="urn:microsoft.com/office/officeart/2009/3/layout/HorizontalOrganizationChart"/>
    <dgm:cxn modelId="{6950444C-688A-44BD-9463-62D365D68AB2}" type="presParOf" srcId="{AA53358D-FFDD-400E-9C35-EF56DDA489F1}" destId="{2D73AFAB-7BED-4276-976C-DCC7B22BECF6}" srcOrd="0" destOrd="0" presId="urn:microsoft.com/office/officeart/2009/3/layout/HorizontalOrganizationChart"/>
    <dgm:cxn modelId="{0F4533CF-DF29-4879-99D9-6BDA6A281371}" type="presParOf" srcId="{AA53358D-FFDD-400E-9C35-EF56DDA489F1}" destId="{CB9FBEDC-21B7-4971-AF3D-8B96CC0EB528}" srcOrd="1" destOrd="0" presId="urn:microsoft.com/office/officeart/2009/3/layout/HorizontalOrganizationChart"/>
    <dgm:cxn modelId="{D32FBB71-08DE-4388-9CA1-271FAF2EE9DF}" type="presParOf" srcId="{BC69CC2F-22D7-41A8-866B-04E5A1164E4E}" destId="{60B6D3CD-5AB2-4314-87CC-1331E3D86DB4}" srcOrd="1" destOrd="0" presId="urn:microsoft.com/office/officeart/2009/3/layout/HorizontalOrganizationChart"/>
    <dgm:cxn modelId="{407C98B0-7222-42C8-9FB4-98FED3683001}" type="presParOf" srcId="{60B6D3CD-5AB2-4314-87CC-1331E3D86DB4}" destId="{0B8B57D7-67EE-40AA-918A-355D30EBCF42}" srcOrd="0" destOrd="0" presId="urn:microsoft.com/office/officeart/2009/3/layout/HorizontalOrganizationChart"/>
    <dgm:cxn modelId="{7D742722-889C-4722-92CB-534BE4A8B6D6}" type="presParOf" srcId="{60B6D3CD-5AB2-4314-87CC-1331E3D86DB4}" destId="{315A7A54-CC44-4DFA-A030-11F567FB8E78}" srcOrd="1" destOrd="0" presId="urn:microsoft.com/office/officeart/2009/3/layout/HorizontalOrganizationChart"/>
    <dgm:cxn modelId="{CAC312CF-03FE-4204-9111-3A5066C03800}" type="presParOf" srcId="{315A7A54-CC44-4DFA-A030-11F567FB8E78}" destId="{55970E58-DCB4-429E-A25A-A3F2323C6906}" srcOrd="0" destOrd="0" presId="urn:microsoft.com/office/officeart/2009/3/layout/HorizontalOrganizationChart"/>
    <dgm:cxn modelId="{52D1231F-E3EC-4FE2-AB24-D6D2364333CF}" type="presParOf" srcId="{55970E58-DCB4-429E-A25A-A3F2323C6906}" destId="{13B80830-2B76-451D-A698-ACC71B5EFB38}" srcOrd="0" destOrd="0" presId="urn:microsoft.com/office/officeart/2009/3/layout/HorizontalOrganizationChart"/>
    <dgm:cxn modelId="{76DCF43B-B195-407D-82A7-10454B3C57B6}" type="presParOf" srcId="{55970E58-DCB4-429E-A25A-A3F2323C6906}" destId="{DEB013B2-109B-4F39-A66D-00A2B0EC8CF0}" srcOrd="1" destOrd="0" presId="urn:microsoft.com/office/officeart/2009/3/layout/HorizontalOrganizationChart"/>
    <dgm:cxn modelId="{40847172-1422-4752-8899-0BB4F5D38484}" type="presParOf" srcId="{315A7A54-CC44-4DFA-A030-11F567FB8E78}" destId="{40A30EA0-416C-43EF-8574-EE269A759CD5}" srcOrd="1" destOrd="0" presId="urn:microsoft.com/office/officeart/2009/3/layout/HorizontalOrganizationChart"/>
    <dgm:cxn modelId="{0B07C4DC-90F1-4077-8195-E72968CD716B}" type="presParOf" srcId="{315A7A54-CC44-4DFA-A030-11F567FB8E78}" destId="{012E973C-BD09-4176-8599-78F77BEA65F6}" srcOrd="2" destOrd="0" presId="urn:microsoft.com/office/officeart/2009/3/layout/HorizontalOrganizationChart"/>
    <dgm:cxn modelId="{F1B86F72-59D0-4764-8C3D-AFB3CAF633A6}" type="presParOf" srcId="{BC69CC2F-22D7-41A8-866B-04E5A1164E4E}" destId="{F5CD6DFE-8177-4369-A2EC-81881CA67C3D}" srcOrd="2" destOrd="0" presId="urn:microsoft.com/office/officeart/2009/3/layout/HorizontalOrganizationChart"/>
    <dgm:cxn modelId="{D59AE9F3-F586-43E3-AD5B-3CFA4571D855}" type="presParOf" srcId="{934C5E3A-A87F-454E-8CC9-642D5ABA69AA}" destId="{C80D9B7C-AC01-416B-AFF0-C3A39131A70A}" srcOrd="4" destOrd="0" presId="urn:microsoft.com/office/officeart/2009/3/layout/HorizontalOrganizationChart"/>
    <dgm:cxn modelId="{78BE998C-65E0-476C-9427-24E7469F5AD8}" type="presParOf" srcId="{934C5E3A-A87F-454E-8CC9-642D5ABA69AA}" destId="{3027FAE7-9FF0-4D08-A23E-4EFE2F266719}" srcOrd="5" destOrd="0" presId="urn:microsoft.com/office/officeart/2009/3/layout/HorizontalOrganizationChart"/>
    <dgm:cxn modelId="{5A830BAD-7403-4E3C-BC33-41CF12FA33C9}" type="presParOf" srcId="{3027FAE7-9FF0-4D08-A23E-4EFE2F266719}" destId="{FD4B3519-F2F8-41A9-AB64-5153918CA95C}" srcOrd="0" destOrd="0" presId="urn:microsoft.com/office/officeart/2009/3/layout/HorizontalOrganizationChart"/>
    <dgm:cxn modelId="{712D210C-1422-4846-84F3-C4894B911A97}" type="presParOf" srcId="{FD4B3519-F2F8-41A9-AB64-5153918CA95C}" destId="{66454A87-E094-4B5F-918F-352D81F4BDF2}" srcOrd="0" destOrd="0" presId="urn:microsoft.com/office/officeart/2009/3/layout/HorizontalOrganizationChart"/>
    <dgm:cxn modelId="{DF6EEA65-A677-4EA6-869E-C6F3B183C52D}" type="presParOf" srcId="{FD4B3519-F2F8-41A9-AB64-5153918CA95C}" destId="{CE7F6061-BB56-4C04-B204-E7CCA8734608}" srcOrd="1" destOrd="0" presId="urn:microsoft.com/office/officeart/2009/3/layout/HorizontalOrganizationChart"/>
    <dgm:cxn modelId="{9ACA021F-0D9F-492A-8B9A-4D4942213BFF}" type="presParOf" srcId="{3027FAE7-9FF0-4D08-A23E-4EFE2F266719}" destId="{D5FEA8B6-FAD2-4365-BA0F-DF385C6D12CD}" srcOrd="1" destOrd="0" presId="urn:microsoft.com/office/officeart/2009/3/layout/HorizontalOrganizationChart"/>
    <dgm:cxn modelId="{08D74814-0018-4835-9260-94E571B37523}" type="presParOf" srcId="{D5FEA8B6-FAD2-4365-BA0F-DF385C6D12CD}" destId="{BA38F9D0-BF0D-4471-AE9F-C03DF3D714BF}" srcOrd="0" destOrd="0" presId="urn:microsoft.com/office/officeart/2009/3/layout/HorizontalOrganizationChart"/>
    <dgm:cxn modelId="{1D14C8E8-2081-4D3D-95A1-8E27655965BE}" type="presParOf" srcId="{D5FEA8B6-FAD2-4365-BA0F-DF385C6D12CD}" destId="{6CDAC56E-1109-4E01-B77A-575AB85CE0BE}" srcOrd="1" destOrd="0" presId="urn:microsoft.com/office/officeart/2009/3/layout/HorizontalOrganizationChart"/>
    <dgm:cxn modelId="{BC863E23-9635-40CD-8221-44255F5F5BAF}" type="presParOf" srcId="{6CDAC56E-1109-4E01-B77A-575AB85CE0BE}" destId="{7FCFFFF5-037D-43E2-8136-B89C2341F3BC}" srcOrd="0" destOrd="0" presId="urn:microsoft.com/office/officeart/2009/3/layout/HorizontalOrganizationChart"/>
    <dgm:cxn modelId="{AA81FF8A-8E26-4732-8F99-3D136825A07B}" type="presParOf" srcId="{7FCFFFF5-037D-43E2-8136-B89C2341F3BC}" destId="{C25B3D64-654B-44BB-ABDF-B77E2E858E97}" srcOrd="0" destOrd="0" presId="urn:microsoft.com/office/officeart/2009/3/layout/HorizontalOrganizationChart"/>
    <dgm:cxn modelId="{D3CE86B9-5F66-4AE9-A6B5-D675CCBC54ED}" type="presParOf" srcId="{7FCFFFF5-037D-43E2-8136-B89C2341F3BC}" destId="{570733FF-0F40-409A-A1D3-C5D59F447F42}" srcOrd="1" destOrd="0" presId="urn:microsoft.com/office/officeart/2009/3/layout/HorizontalOrganizationChart"/>
    <dgm:cxn modelId="{3AE81C22-9645-46D8-B6FC-5135799A19B9}" type="presParOf" srcId="{6CDAC56E-1109-4E01-B77A-575AB85CE0BE}" destId="{53E7BD4E-74E0-4E47-A3FD-565ED13A547A}" srcOrd="1" destOrd="0" presId="urn:microsoft.com/office/officeart/2009/3/layout/HorizontalOrganizationChart"/>
    <dgm:cxn modelId="{5F9D0104-B85D-4FBD-AC09-67180320803A}" type="presParOf" srcId="{6CDAC56E-1109-4E01-B77A-575AB85CE0BE}" destId="{BCA945A0-18CD-4DCD-90D6-E6A3D92E93B3}" srcOrd="2" destOrd="0" presId="urn:microsoft.com/office/officeart/2009/3/layout/HorizontalOrganizationChart"/>
    <dgm:cxn modelId="{7E961169-57EF-4892-AE16-BA663B29A8BF}" type="presParOf" srcId="{3027FAE7-9FF0-4D08-A23E-4EFE2F266719}" destId="{7271D194-FC4F-4F9E-8538-1B991E7881CF}" srcOrd="2" destOrd="0" presId="urn:microsoft.com/office/officeart/2009/3/layout/HorizontalOrganizationChart"/>
    <dgm:cxn modelId="{28425AA6-2288-4007-A037-4568B6127CF8}" type="presParOf" srcId="{934C5E3A-A87F-454E-8CC9-642D5ABA69AA}" destId="{C73A657E-A9E5-4450-B1AD-2B15DAAE49D9}" srcOrd="6" destOrd="0" presId="urn:microsoft.com/office/officeart/2009/3/layout/HorizontalOrganizationChart"/>
    <dgm:cxn modelId="{C0FB450C-A1BC-4543-8419-67DA06F81B3F}" type="presParOf" srcId="{934C5E3A-A87F-454E-8CC9-642D5ABA69AA}" destId="{C31B23F3-7980-4D3B-9CEC-73570E9383C6}" srcOrd="7" destOrd="0" presId="urn:microsoft.com/office/officeart/2009/3/layout/HorizontalOrganizationChart"/>
    <dgm:cxn modelId="{88919985-328A-4EA4-9F77-67C0B335EBA1}" type="presParOf" srcId="{C31B23F3-7980-4D3B-9CEC-73570E9383C6}" destId="{3F290850-8767-4BC1-BD75-956E921E696E}" srcOrd="0" destOrd="0" presId="urn:microsoft.com/office/officeart/2009/3/layout/HorizontalOrganizationChart"/>
    <dgm:cxn modelId="{12F0CF96-C8BC-4CB5-9F5E-2DB651A360EE}" type="presParOf" srcId="{3F290850-8767-4BC1-BD75-956E921E696E}" destId="{EB89FCC3-43D3-454B-8148-6C0E5C855EF0}" srcOrd="0" destOrd="0" presId="urn:microsoft.com/office/officeart/2009/3/layout/HorizontalOrganizationChart"/>
    <dgm:cxn modelId="{9CBAF473-6EC6-4D53-8383-45F21BFDF78E}" type="presParOf" srcId="{3F290850-8767-4BC1-BD75-956E921E696E}" destId="{C5E17DF9-E59E-4015-8147-11864385B967}" srcOrd="1" destOrd="0" presId="urn:microsoft.com/office/officeart/2009/3/layout/HorizontalOrganizationChart"/>
    <dgm:cxn modelId="{A2654DB8-2083-491B-A874-0E417EC84C0D}" type="presParOf" srcId="{C31B23F3-7980-4D3B-9CEC-73570E9383C6}" destId="{4979440E-BB00-4E09-BDF4-C4C313EA76EA}" srcOrd="1" destOrd="0" presId="urn:microsoft.com/office/officeart/2009/3/layout/HorizontalOrganizationChart"/>
    <dgm:cxn modelId="{233EFC8F-B15F-4BB3-A20B-8B2A8E0F4B9F}" type="presParOf" srcId="{4979440E-BB00-4E09-BDF4-C4C313EA76EA}" destId="{6EA00B71-A2C4-4365-A8CC-0CB9F6718845}" srcOrd="0" destOrd="0" presId="urn:microsoft.com/office/officeart/2009/3/layout/HorizontalOrganizationChart"/>
    <dgm:cxn modelId="{158C920C-F1D8-47E0-9027-76941945AE32}" type="presParOf" srcId="{4979440E-BB00-4E09-BDF4-C4C313EA76EA}" destId="{866602FB-9746-4F8F-8B90-17A5887F357B}" srcOrd="1" destOrd="0" presId="urn:microsoft.com/office/officeart/2009/3/layout/HorizontalOrganizationChart"/>
    <dgm:cxn modelId="{8B315F23-F8FA-47DD-9102-1561CF9B087B}" type="presParOf" srcId="{866602FB-9746-4F8F-8B90-17A5887F357B}" destId="{DF841122-44FF-4E35-8B0D-F1A7353A3983}" srcOrd="0" destOrd="0" presId="urn:microsoft.com/office/officeart/2009/3/layout/HorizontalOrganizationChart"/>
    <dgm:cxn modelId="{A8D816C4-B3E1-44FC-88D2-2E6DC0120804}" type="presParOf" srcId="{DF841122-44FF-4E35-8B0D-F1A7353A3983}" destId="{C6A9DC27-9084-48CA-963A-9BD79B93AC99}" srcOrd="0" destOrd="0" presId="urn:microsoft.com/office/officeart/2009/3/layout/HorizontalOrganizationChart"/>
    <dgm:cxn modelId="{C3DBA2AA-8406-46DD-80DB-B84DB0596AC3}" type="presParOf" srcId="{DF841122-44FF-4E35-8B0D-F1A7353A3983}" destId="{ECCA2CAF-E8A4-4E46-A674-7D3DF326B267}" srcOrd="1" destOrd="0" presId="urn:microsoft.com/office/officeart/2009/3/layout/HorizontalOrganizationChart"/>
    <dgm:cxn modelId="{E51BE39B-C973-4432-8BC8-BA3FD232EBD0}" type="presParOf" srcId="{866602FB-9746-4F8F-8B90-17A5887F357B}" destId="{3A42BD6E-B10D-4030-81E9-5CC9DB6F2895}" srcOrd="1" destOrd="0" presId="urn:microsoft.com/office/officeart/2009/3/layout/HorizontalOrganizationChart"/>
    <dgm:cxn modelId="{706D4E99-ADCB-417A-B257-CCFC56BEA218}" type="presParOf" srcId="{866602FB-9746-4F8F-8B90-17A5887F357B}" destId="{8C8D8147-9994-4B45-8886-41AA398112DD}" srcOrd="2" destOrd="0" presId="urn:microsoft.com/office/officeart/2009/3/layout/HorizontalOrganizationChart"/>
    <dgm:cxn modelId="{321978BC-EB62-451A-B73E-C4C6208E4405}" type="presParOf" srcId="{C31B23F3-7980-4D3B-9CEC-73570E9383C6}" destId="{72F2409E-D165-4EAC-9BCE-79D9B3FBE461}" srcOrd="2" destOrd="0" presId="urn:microsoft.com/office/officeart/2009/3/layout/HorizontalOrganizationChart"/>
    <dgm:cxn modelId="{8ECEBCAA-E66A-4894-8E64-F9BEBA5478D5}" type="presParOf" srcId="{6917B0E1-EB39-4DF3-A695-3AEE848F1F43}" destId="{83D6EEF1-7BA2-4078-ABF7-D089D87F09BC}" srcOrd="2" destOrd="0" presId="urn:microsoft.com/office/officeart/2009/3/layout/HorizontalOrganizationChart"/>
    <dgm:cxn modelId="{F03AA626-552C-4E8B-8EF3-6AD4EC99D1E4}" type="presParOf" srcId="{030B27A5-0304-4D24-A742-D806643CC0FD}" destId="{338C5BD4-F8D0-4C4E-9EA7-9FD5D8049075}" srcOrd="2" destOrd="0" presId="urn:microsoft.com/office/officeart/2009/3/layout/HorizontalOrganizationChart"/>
    <dgm:cxn modelId="{EEB898C7-A5F3-4723-8919-610D62A7532B}" type="presParOf" srcId="{030B27A5-0304-4D24-A742-D806643CC0FD}" destId="{866F61D6-D533-406C-A731-26DEC3510A5A}" srcOrd="3" destOrd="0" presId="urn:microsoft.com/office/officeart/2009/3/layout/HorizontalOrganizationChart"/>
    <dgm:cxn modelId="{CBE10877-8CE0-4966-BD18-37AEB0BEE0BC}" type="presParOf" srcId="{866F61D6-D533-406C-A731-26DEC3510A5A}" destId="{F81A9A5A-BF20-4DBD-AF2C-8E8515F1E78C}" srcOrd="0" destOrd="0" presId="urn:microsoft.com/office/officeart/2009/3/layout/HorizontalOrganizationChart"/>
    <dgm:cxn modelId="{7C944E72-E9C9-4BB3-B99E-C8788AE35FCD}" type="presParOf" srcId="{F81A9A5A-BF20-4DBD-AF2C-8E8515F1E78C}" destId="{A0110318-F588-4DD0-AC02-39A4F99F2E01}" srcOrd="0" destOrd="0" presId="urn:microsoft.com/office/officeart/2009/3/layout/HorizontalOrganizationChart"/>
    <dgm:cxn modelId="{AB865EE1-F2E1-43FF-9005-5FF19BF7A782}" type="presParOf" srcId="{F81A9A5A-BF20-4DBD-AF2C-8E8515F1E78C}" destId="{7A2D7BA9-7F88-4C55-B65D-EA6B43D967F9}" srcOrd="1" destOrd="0" presId="urn:microsoft.com/office/officeart/2009/3/layout/HorizontalOrganizationChart"/>
    <dgm:cxn modelId="{C4232084-B2BF-49DB-8C9E-4385EDA4BE64}" type="presParOf" srcId="{866F61D6-D533-406C-A731-26DEC3510A5A}" destId="{5E9D4CD9-FBDC-4BF3-9944-364F7C4547B6}" srcOrd="1" destOrd="0" presId="urn:microsoft.com/office/officeart/2009/3/layout/HorizontalOrganizationChart"/>
    <dgm:cxn modelId="{BC429073-6A13-4612-A090-38ADCDF84680}" type="presParOf" srcId="{5E9D4CD9-FBDC-4BF3-9944-364F7C4547B6}" destId="{28C7AC4A-E5A7-4AE7-893C-D687A41A5945}" srcOrd="0" destOrd="0" presId="urn:microsoft.com/office/officeart/2009/3/layout/HorizontalOrganizationChart"/>
    <dgm:cxn modelId="{0302FB67-88D5-46BA-B2DB-5EF8D61E4314}" type="presParOf" srcId="{5E9D4CD9-FBDC-4BF3-9944-364F7C4547B6}" destId="{12852797-F132-4B87-8453-52C1CF13B30B}" srcOrd="1" destOrd="0" presId="urn:microsoft.com/office/officeart/2009/3/layout/HorizontalOrganizationChart"/>
    <dgm:cxn modelId="{3C3E1EB7-AF89-46A9-8037-9741742CACF5}" type="presParOf" srcId="{12852797-F132-4B87-8453-52C1CF13B30B}" destId="{389B5FB6-E30B-47AB-AA57-D715D03932F5}" srcOrd="0" destOrd="0" presId="urn:microsoft.com/office/officeart/2009/3/layout/HorizontalOrganizationChart"/>
    <dgm:cxn modelId="{91037FA5-D65E-4CC0-859B-581874C67823}" type="presParOf" srcId="{389B5FB6-E30B-47AB-AA57-D715D03932F5}" destId="{644E60F4-319B-4C13-886C-8172F35B6094}" srcOrd="0" destOrd="0" presId="urn:microsoft.com/office/officeart/2009/3/layout/HorizontalOrganizationChart"/>
    <dgm:cxn modelId="{8FBC9F94-6088-4CF0-9CC7-CA50D536C5E2}" type="presParOf" srcId="{389B5FB6-E30B-47AB-AA57-D715D03932F5}" destId="{DDDA4686-451B-4221-A0F3-064610A4BA63}" srcOrd="1" destOrd="0" presId="urn:microsoft.com/office/officeart/2009/3/layout/HorizontalOrganizationChart"/>
    <dgm:cxn modelId="{F4898BDE-F759-4227-BC93-6BB45024B13C}" type="presParOf" srcId="{12852797-F132-4B87-8453-52C1CF13B30B}" destId="{658C265D-4363-4627-80C5-6561CBCBE209}" srcOrd="1" destOrd="0" presId="urn:microsoft.com/office/officeart/2009/3/layout/HorizontalOrganizationChart"/>
    <dgm:cxn modelId="{42AFD21C-6BA4-44BC-9AF7-DA6484BFB536}" type="presParOf" srcId="{658C265D-4363-4627-80C5-6561CBCBE209}" destId="{98BF3D7F-9292-4E50-8C9B-3F5FFAC0C80C}" srcOrd="0" destOrd="0" presId="urn:microsoft.com/office/officeart/2009/3/layout/HorizontalOrganizationChart"/>
    <dgm:cxn modelId="{1AAE3893-4158-43E3-9EC8-B063354996EE}" type="presParOf" srcId="{658C265D-4363-4627-80C5-6561CBCBE209}" destId="{53716241-17A1-4252-9473-3227DBF4721D}" srcOrd="1" destOrd="0" presId="urn:microsoft.com/office/officeart/2009/3/layout/HorizontalOrganizationChart"/>
    <dgm:cxn modelId="{5F595A91-1B81-4760-8F36-CCC653546C6D}" type="presParOf" srcId="{53716241-17A1-4252-9473-3227DBF4721D}" destId="{B01D5233-C11C-4C77-8ACF-66CB80A84EB4}" srcOrd="0" destOrd="0" presId="urn:microsoft.com/office/officeart/2009/3/layout/HorizontalOrganizationChart"/>
    <dgm:cxn modelId="{C46175C8-A8F2-446E-8B2B-239C96641548}" type="presParOf" srcId="{B01D5233-C11C-4C77-8ACF-66CB80A84EB4}" destId="{6B0C082D-10F3-4C8C-A7D0-0C95BA89E3D1}" srcOrd="0" destOrd="0" presId="urn:microsoft.com/office/officeart/2009/3/layout/HorizontalOrganizationChart"/>
    <dgm:cxn modelId="{54D5E970-7DC1-4F06-BD2D-A6FD719C31DB}" type="presParOf" srcId="{B01D5233-C11C-4C77-8ACF-66CB80A84EB4}" destId="{C7158B57-C3C3-43ED-AFC6-F478771E1CD5}" srcOrd="1" destOrd="0" presId="urn:microsoft.com/office/officeart/2009/3/layout/HorizontalOrganizationChart"/>
    <dgm:cxn modelId="{D923A846-D507-46E6-A322-A0480FF87FA0}" type="presParOf" srcId="{53716241-17A1-4252-9473-3227DBF4721D}" destId="{46C278C7-274A-4024-BB72-A18CB4FA60F6}" srcOrd="1" destOrd="0" presId="urn:microsoft.com/office/officeart/2009/3/layout/HorizontalOrganizationChart"/>
    <dgm:cxn modelId="{8E3ED2D9-ADDC-4ADB-9F7D-B62D7976E390}" type="presParOf" srcId="{53716241-17A1-4252-9473-3227DBF4721D}" destId="{F4308682-B122-444D-B95C-FE4FAD249DA8}" srcOrd="2" destOrd="0" presId="urn:microsoft.com/office/officeart/2009/3/layout/HorizontalOrganizationChart"/>
    <dgm:cxn modelId="{ED050999-0C1F-40AF-9C24-7A85290DA164}" type="presParOf" srcId="{12852797-F132-4B87-8453-52C1CF13B30B}" destId="{07B45D72-9413-45FA-8D35-3DCEAB696370}" srcOrd="2" destOrd="0" presId="urn:microsoft.com/office/officeart/2009/3/layout/HorizontalOrganizationChart"/>
    <dgm:cxn modelId="{29EFD295-48C2-4FB4-A762-042900D79207}" type="presParOf" srcId="{866F61D6-D533-406C-A731-26DEC3510A5A}" destId="{2724B8C1-F9BC-49BF-B4C0-0D78B4B94FA5}" srcOrd="2" destOrd="0" presId="urn:microsoft.com/office/officeart/2009/3/layout/HorizontalOrganizationChart"/>
    <dgm:cxn modelId="{72CCB83E-534B-482B-95CE-F84A1D5DCA9E}" type="presParOf" srcId="{B5AA74B1-D130-4586-AD5C-5CE1D5D97050}" destId="{630D75F8-6E92-4C24-B3C8-E9755E859A28}" srcOrd="2" destOrd="0" presId="urn:microsoft.com/office/officeart/2009/3/layout/HorizontalOrganizationChart"/>
    <dgm:cxn modelId="{17EB8C22-B812-4BEC-97FF-C50B7301FD8C}" type="presParOf" srcId="{3CF6A7EC-229E-4886-A4B2-D85DC120BED5}" destId="{E05316EB-E6FF-439E-81E2-DD6ED365419F}" srcOrd="1" destOrd="0" presId="urn:microsoft.com/office/officeart/2009/3/layout/HorizontalOrganizationChart"/>
    <dgm:cxn modelId="{FEC6D8E5-A4A1-4BF4-8B2D-1362A2850B85}" type="presParOf" srcId="{E05316EB-E6FF-439E-81E2-DD6ED365419F}" destId="{F3CCA27B-7320-4979-8986-82BD3FE6D3A3}" srcOrd="0" destOrd="0" presId="urn:microsoft.com/office/officeart/2009/3/layout/HorizontalOrganizationChart"/>
    <dgm:cxn modelId="{D39C249B-40A3-40BC-A23D-A94440EC3738}" type="presParOf" srcId="{F3CCA27B-7320-4979-8986-82BD3FE6D3A3}" destId="{ED11A1FF-C8DE-4B43-ABD5-FB272E271782}" srcOrd="0" destOrd="0" presId="urn:microsoft.com/office/officeart/2009/3/layout/HorizontalOrganizationChart"/>
    <dgm:cxn modelId="{E4224E11-430A-467E-AA0B-662287ECE725}" type="presParOf" srcId="{F3CCA27B-7320-4979-8986-82BD3FE6D3A3}" destId="{7435BA88-FE12-41B9-93D6-CE9B43E2FBB7}" srcOrd="1" destOrd="0" presId="urn:microsoft.com/office/officeart/2009/3/layout/HorizontalOrganizationChart"/>
    <dgm:cxn modelId="{C24C07B2-6437-4D8F-9F26-40065ED10A79}" type="presParOf" srcId="{E05316EB-E6FF-439E-81E2-DD6ED365419F}" destId="{41CD9B94-A317-49D2-B7B2-2C801A6CF67B}" srcOrd="1" destOrd="0" presId="urn:microsoft.com/office/officeart/2009/3/layout/HorizontalOrganizationChart"/>
    <dgm:cxn modelId="{6BD86DCB-9CED-4CFB-B0F2-54513ED558C7}" type="presParOf" srcId="{41CD9B94-A317-49D2-B7B2-2C801A6CF67B}" destId="{91241297-343A-4190-B07C-7406F0EA32C0}" srcOrd="0" destOrd="0" presId="urn:microsoft.com/office/officeart/2009/3/layout/HorizontalOrganizationChart"/>
    <dgm:cxn modelId="{29ACDF57-F223-474B-A7DB-27E2D01122CA}" type="presParOf" srcId="{41CD9B94-A317-49D2-B7B2-2C801A6CF67B}" destId="{AB6546C0-D92D-47D4-BBF7-6FCCFE5BA9C2}" srcOrd="1" destOrd="0" presId="urn:microsoft.com/office/officeart/2009/3/layout/HorizontalOrganizationChart"/>
    <dgm:cxn modelId="{5FBF7CCB-D1EA-4630-9896-54B4E0267D0B}" type="presParOf" srcId="{AB6546C0-D92D-47D4-BBF7-6FCCFE5BA9C2}" destId="{949580F5-E89F-4329-A991-444C5E87F2B1}" srcOrd="0" destOrd="0" presId="urn:microsoft.com/office/officeart/2009/3/layout/HorizontalOrganizationChart"/>
    <dgm:cxn modelId="{23078E04-76BE-4CB1-893D-AF20404DB634}" type="presParOf" srcId="{949580F5-E89F-4329-A991-444C5E87F2B1}" destId="{066D1EAC-9082-44DB-B655-8B5AABC63487}" srcOrd="0" destOrd="0" presId="urn:microsoft.com/office/officeart/2009/3/layout/HorizontalOrganizationChart"/>
    <dgm:cxn modelId="{08083408-BD57-4305-AC7B-71BC65C54706}" type="presParOf" srcId="{949580F5-E89F-4329-A991-444C5E87F2B1}" destId="{146ADCE1-EA63-4AA2-955D-357139142D2F}" srcOrd="1" destOrd="0" presId="urn:microsoft.com/office/officeart/2009/3/layout/HorizontalOrganizationChart"/>
    <dgm:cxn modelId="{B3E7290C-50C6-4165-BFDA-83503F1709D6}" type="presParOf" srcId="{AB6546C0-D92D-47D4-BBF7-6FCCFE5BA9C2}" destId="{18A05AE3-0F85-4C13-9296-6FCAF38F1C4E}" srcOrd="1" destOrd="0" presId="urn:microsoft.com/office/officeart/2009/3/layout/HorizontalOrganizationChart"/>
    <dgm:cxn modelId="{E91740B4-9403-485D-942C-6595D2DA8828}" type="presParOf" srcId="{18A05AE3-0F85-4C13-9296-6FCAF38F1C4E}" destId="{AA3F4E67-60A4-4FC1-8D43-495FCA399564}" srcOrd="0" destOrd="0" presId="urn:microsoft.com/office/officeart/2009/3/layout/HorizontalOrganizationChart"/>
    <dgm:cxn modelId="{8E67D7C5-EBF8-4331-8D8A-EC8FCA8640EE}" type="presParOf" srcId="{18A05AE3-0F85-4C13-9296-6FCAF38F1C4E}" destId="{FD4F5EF8-9D5A-4EC1-878C-94F386ABD5D0}" srcOrd="1" destOrd="0" presId="urn:microsoft.com/office/officeart/2009/3/layout/HorizontalOrganizationChart"/>
    <dgm:cxn modelId="{4205AC98-AF9B-46E4-AEA5-86DA68A4568C}" type="presParOf" srcId="{FD4F5EF8-9D5A-4EC1-878C-94F386ABD5D0}" destId="{4998BAF6-EC66-400D-8B4E-B669E523C0DF}" srcOrd="0" destOrd="0" presId="urn:microsoft.com/office/officeart/2009/3/layout/HorizontalOrganizationChart"/>
    <dgm:cxn modelId="{0C4C1AD0-9D7B-4372-B82E-9270B67FC710}" type="presParOf" srcId="{4998BAF6-EC66-400D-8B4E-B669E523C0DF}" destId="{1A67E04D-0E7F-44BC-A1D8-3B3995E501F7}" srcOrd="0" destOrd="0" presId="urn:microsoft.com/office/officeart/2009/3/layout/HorizontalOrganizationChart"/>
    <dgm:cxn modelId="{C4A8F046-2F57-4476-B2AD-4074B1F56B2D}" type="presParOf" srcId="{4998BAF6-EC66-400D-8B4E-B669E523C0DF}" destId="{20379F2E-DAFD-45AD-B1B6-32495FE37A61}" srcOrd="1" destOrd="0" presId="urn:microsoft.com/office/officeart/2009/3/layout/HorizontalOrganizationChart"/>
    <dgm:cxn modelId="{2C82D7D1-6778-4A8A-8B47-6A7E55FA68F9}" type="presParOf" srcId="{FD4F5EF8-9D5A-4EC1-878C-94F386ABD5D0}" destId="{605FF065-ECAD-480D-9365-B9D748B93D83}" srcOrd="1" destOrd="0" presId="urn:microsoft.com/office/officeart/2009/3/layout/HorizontalOrganizationChart"/>
    <dgm:cxn modelId="{FCB13EA2-6B5E-4181-9694-620454A1923F}" type="presParOf" srcId="{FD4F5EF8-9D5A-4EC1-878C-94F386ABD5D0}" destId="{2A12834A-EE7D-421D-8D2B-2D6D293BE6D9}" srcOrd="2" destOrd="0" presId="urn:microsoft.com/office/officeart/2009/3/layout/HorizontalOrganizationChart"/>
    <dgm:cxn modelId="{2AE2E145-9E94-4FFC-8096-060E38D6B843}" type="presParOf" srcId="{AB6546C0-D92D-47D4-BBF7-6FCCFE5BA9C2}" destId="{23BDBEB5-8154-4720-9754-1536BC798EC7}" srcOrd="2" destOrd="0" presId="urn:microsoft.com/office/officeart/2009/3/layout/HorizontalOrganizationChart"/>
    <dgm:cxn modelId="{30ABFDEB-595E-4E28-9A05-A0AF4F71FEA8}" type="presParOf" srcId="{41CD9B94-A317-49D2-B7B2-2C801A6CF67B}" destId="{0CE71F53-5766-40C7-B8DE-4D819AA66F39}" srcOrd="2" destOrd="0" presId="urn:microsoft.com/office/officeart/2009/3/layout/HorizontalOrganizationChart"/>
    <dgm:cxn modelId="{0EAC4898-1064-4800-9FD8-EC09A3B60FB6}" type="presParOf" srcId="{41CD9B94-A317-49D2-B7B2-2C801A6CF67B}" destId="{5D9E7A30-8CAA-4A06-9CB5-D54D4E54006E}" srcOrd="3" destOrd="0" presId="urn:microsoft.com/office/officeart/2009/3/layout/HorizontalOrganizationChart"/>
    <dgm:cxn modelId="{814AB37C-C50B-44C9-A9A9-CB51DE92D96B}" type="presParOf" srcId="{5D9E7A30-8CAA-4A06-9CB5-D54D4E54006E}" destId="{23C63BCE-4895-4822-88EC-7DAB0282EFA7}" srcOrd="0" destOrd="0" presId="urn:microsoft.com/office/officeart/2009/3/layout/HorizontalOrganizationChart"/>
    <dgm:cxn modelId="{C600205E-5C6A-40A1-A377-3339D3D31B12}" type="presParOf" srcId="{23C63BCE-4895-4822-88EC-7DAB0282EFA7}" destId="{EF3C4D92-2CC9-4637-934E-37B73E385FDC}" srcOrd="0" destOrd="0" presId="urn:microsoft.com/office/officeart/2009/3/layout/HorizontalOrganizationChart"/>
    <dgm:cxn modelId="{F7CB0334-9651-4A6A-8F70-7C63A8DD29AB}" type="presParOf" srcId="{23C63BCE-4895-4822-88EC-7DAB0282EFA7}" destId="{B996CB60-FE17-4B27-8AF2-941A70E9C777}" srcOrd="1" destOrd="0" presId="urn:microsoft.com/office/officeart/2009/3/layout/HorizontalOrganizationChart"/>
    <dgm:cxn modelId="{A58930E3-C3FD-473B-A86E-C6D4C3738FB3}" type="presParOf" srcId="{5D9E7A30-8CAA-4A06-9CB5-D54D4E54006E}" destId="{F4763B4D-550D-4176-A302-1C99D6D4E500}" srcOrd="1" destOrd="0" presId="urn:microsoft.com/office/officeart/2009/3/layout/HorizontalOrganizationChart"/>
    <dgm:cxn modelId="{551C3E1D-DF5F-4F91-9442-683CD303D469}" type="presParOf" srcId="{F4763B4D-550D-4176-A302-1C99D6D4E500}" destId="{2DB6F549-D20F-430C-B94C-8F4B35B2EED3}" srcOrd="0" destOrd="0" presId="urn:microsoft.com/office/officeart/2009/3/layout/HorizontalOrganizationChart"/>
    <dgm:cxn modelId="{BAFD7C3E-4A90-48FA-A97D-4879BD419410}" type="presParOf" srcId="{F4763B4D-550D-4176-A302-1C99D6D4E500}" destId="{CE822536-8B5E-49C0-A4F4-2284C3998757}" srcOrd="1" destOrd="0" presId="urn:microsoft.com/office/officeart/2009/3/layout/HorizontalOrganizationChart"/>
    <dgm:cxn modelId="{6163BE4D-5908-450B-9A04-BC450ED1B926}" type="presParOf" srcId="{CE822536-8B5E-49C0-A4F4-2284C3998757}" destId="{357880BA-6C21-412E-9B11-871EBFFD5765}" srcOrd="0" destOrd="0" presId="urn:microsoft.com/office/officeart/2009/3/layout/HorizontalOrganizationChart"/>
    <dgm:cxn modelId="{BD745A85-48CB-4C3F-B7D1-0A287F19514E}" type="presParOf" srcId="{357880BA-6C21-412E-9B11-871EBFFD5765}" destId="{E22AED63-5E2D-4F41-A0AD-B3D32B00B3A5}" srcOrd="0" destOrd="0" presId="urn:microsoft.com/office/officeart/2009/3/layout/HorizontalOrganizationChart"/>
    <dgm:cxn modelId="{0A8986B5-1F6A-4EB6-8694-8A1EFEB642BB}" type="presParOf" srcId="{357880BA-6C21-412E-9B11-871EBFFD5765}" destId="{68658F2A-9B2F-4749-8720-18FE4DE24789}" srcOrd="1" destOrd="0" presId="urn:microsoft.com/office/officeart/2009/3/layout/HorizontalOrganizationChart"/>
    <dgm:cxn modelId="{D36A8277-43F9-4076-A057-D05E42EC9561}" type="presParOf" srcId="{CE822536-8B5E-49C0-A4F4-2284C3998757}" destId="{3C053AAD-43EB-4734-B9C9-90FA07C2E9AC}" srcOrd="1" destOrd="0" presId="urn:microsoft.com/office/officeart/2009/3/layout/HorizontalOrganizationChart"/>
    <dgm:cxn modelId="{7C4FE416-8D3F-4C21-A62C-13908446B5EC}" type="presParOf" srcId="{CE822536-8B5E-49C0-A4F4-2284C3998757}" destId="{6F760ACC-8B0F-4FED-8847-928C85F89D45}" srcOrd="2" destOrd="0" presId="urn:microsoft.com/office/officeart/2009/3/layout/HorizontalOrganizationChart"/>
    <dgm:cxn modelId="{07C452EE-BD4D-4745-83C0-64E686C95A92}" type="presParOf" srcId="{5D9E7A30-8CAA-4A06-9CB5-D54D4E54006E}" destId="{4EDD1733-8A52-413F-A8B6-A4EEB10512EA}" srcOrd="2" destOrd="0" presId="urn:microsoft.com/office/officeart/2009/3/layout/HorizontalOrganizationChart"/>
    <dgm:cxn modelId="{CC167B12-E005-4B62-A33E-29288621BE92}" type="presParOf" srcId="{41CD9B94-A317-49D2-B7B2-2C801A6CF67B}" destId="{EA49BE82-BF9F-42BE-BBAE-FE4C4B9D9C30}" srcOrd="4" destOrd="0" presId="urn:microsoft.com/office/officeart/2009/3/layout/HorizontalOrganizationChart"/>
    <dgm:cxn modelId="{E33520A0-1305-4426-9005-447FC495F553}" type="presParOf" srcId="{41CD9B94-A317-49D2-B7B2-2C801A6CF67B}" destId="{A80F9803-2348-4F79-9DB2-A4372D0DE5AE}" srcOrd="5" destOrd="0" presId="urn:microsoft.com/office/officeart/2009/3/layout/HorizontalOrganizationChart"/>
    <dgm:cxn modelId="{E66FDF99-9EE7-4BF5-9075-5309C2422775}" type="presParOf" srcId="{A80F9803-2348-4F79-9DB2-A4372D0DE5AE}" destId="{816E12B3-0E0F-423D-B9A9-3619957AAF93}" srcOrd="0" destOrd="0" presId="urn:microsoft.com/office/officeart/2009/3/layout/HorizontalOrganizationChart"/>
    <dgm:cxn modelId="{472B384C-3DFF-4606-9A75-7767C1E27846}" type="presParOf" srcId="{816E12B3-0E0F-423D-B9A9-3619957AAF93}" destId="{EFD5170C-5957-4FC7-9710-78980EC07B14}" srcOrd="0" destOrd="0" presId="urn:microsoft.com/office/officeart/2009/3/layout/HorizontalOrganizationChart"/>
    <dgm:cxn modelId="{4AB703EA-3A19-4C5D-BE52-00F8FE8B83A5}" type="presParOf" srcId="{816E12B3-0E0F-423D-B9A9-3619957AAF93}" destId="{8760138E-5FCA-4A8F-934D-199AF8E7617E}" srcOrd="1" destOrd="0" presId="urn:microsoft.com/office/officeart/2009/3/layout/HorizontalOrganizationChart"/>
    <dgm:cxn modelId="{BC6F211C-3B5B-461A-934E-E2303AFCECF7}" type="presParOf" srcId="{A80F9803-2348-4F79-9DB2-A4372D0DE5AE}" destId="{6F033FD6-CEFD-4844-9CFB-3CB0DF234A56}" srcOrd="1" destOrd="0" presId="urn:microsoft.com/office/officeart/2009/3/layout/HorizontalOrganizationChart"/>
    <dgm:cxn modelId="{200FA792-EF40-48A3-ABF2-0CD99CC098FB}" type="presParOf" srcId="{6F033FD6-CEFD-4844-9CFB-3CB0DF234A56}" destId="{82566740-F5B5-4A7B-BAAF-5A5443C44DF0}" srcOrd="0" destOrd="0" presId="urn:microsoft.com/office/officeart/2009/3/layout/HorizontalOrganizationChart"/>
    <dgm:cxn modelId="{1B9A6F50-3314-4BE7-8781-47697FD2238B}" type="presParOf" srcId="{6F033FD6-CEFD-4844-9CFB-3CB0DF234A56}" destId="{87B00E6D-EC42-4B26-AA10-58ED176A2B32}" srcOrd="1" destOrd="0" presId="urn:microsoft.com/office/officeart/2009/3/layout/HorizontalOrganizationChart"/>
    <dgm:cxn modelId="{33357069-4AC1-45A6-975A-41639E60538E}" type="presParOf" srcId="{87B00E6D-EC42-4B26-AA10-58ED176A2B32}" destId="{51D331A0-9C3B-49A1-B02D-753DF4D8B13B}" srcOrd="0" destOrd="0" presId="urn:microsoft.com/office/officeart/2009/3/layout/HorizontalOrganizationChart"/>
    <dgm:cxn modelId="{CE5D1EDE-979A-44A1-B391-0D9DF4E8A2E1}" type="presParOf" srcId="{51D331A0-9C3B-49A1-B02D-753DF4D8B13B}" destId="{B02F9A94-A407-412A-83C0-F890F38EC47C}" srcOrd="0" destOrd="0" presId="urn:microsoft.com/office/officeart/2009/3/layout/HorizontalOrganizationChart"/>
    <dgm:cxn modelId="{602E83C2-B721-4B4D-82E3-5E825F403A41}" type="presParOf" srcId="{51D331A0-9C3B-49A1-B02D-753DF4D8B13B}" destId="{F5A878DF-BDD8-4A47-BC98-30139EA949FF}" srcOrd="1" destOrd="0" presId="urn:microsoft.com/office/officeart/2009/3/layout/HorizontalOrganizationChart"/>
    <dgm:cxn modelId="{B5BE98AF-A6F6-49B0-A81A-AD3DB2C83F1B}" type="presParOf" srcId="{87B00E6D-EC42-4B26-AA10-58ED176A2B32}" destId="{46EF9D4D-5B71-4859-BA62-B6ED699BBD45}" srcOrd="1" destOrd="0" presId="urn:microsoft.com/office/officeart/2009/3/layout/HorizontalOrganizationChart"/>
    <dgm:cxn modelId="{5ACF3F87-2D9C-4BF9-8BC9-A3CB4F2970A5}" type="presParOf" srcId="{87B00E6D-EC42-4B26-AA10-58ED176A2B32}" destId="{6A9EA832-4F98-4F7C-82D0-39F686C3762D}" srcOrd="2" destOrd="0" presId="urn:microsoft.com/office/officeart/2009/3/layout/HorizontalOrganizationChart"/>
    <dgm:cxn modelId="{CD0B21DE-27B9-4855-991D-2C9C357AD0BB}" type="presParOf" srcId="{A80F9803-2348-4F79-9DB2-A4372D0DE5AE}" destId="{BCE571EC-64FE-4E35-BA4E-330FA2550801}" srcOrd="2" destOrd="0" presId="urn:microsoft.com/office/officeart/2009/3/layout/HorizontalOrganizationChart"/>
    <dgm:cxn modelId="{9ED7454A-7DD7-4BCA-B888-A58530324EA0}" type="presParOf" srcId="{E05316EB-E6FF-439E-81E2-DD6ED365419F}" destId="{BB4F0BD5-8059-40CB-9B50-3B789546B35D}" srcOrd="2" destOrd="0" presId="urn:microsoft.com/office/officeart/2009/3/layout/HorizontalOrganizationChart"/>
    <dgm:cxn modelId="{628D30EC-B492-4321-83F4-4D2FC4932410}" type="presParOf" srcId="{3CF6A7EC-229E-4886-A4B2-D85DC120BED5}" destId="{39E0A674-19E3-472A-897E-B4A3C35C21CD}" srcOrd="2" destOrd="0" presId="urn:microsoft.com/office/officeart/2009/3/layout/HorizontalOrganizationChart"/>
    <dgm:cxn modelId="{3DB651D9-8A0B-4BE3-9083-CC62DB35F98D}" type="presParOf" srcId="{39E0A674-19E3-472A-897E-B4A3C35C21CD}" destId="{10D3C1E8-4AF3-4D61-AC0B-D93A2B25E212}" srcOrd="0" destOrd="0" presId="urn:microsoft.com/office/officeart/2009/3/layout/HorizontalOrganizationChart"/>
    <dgm:cxn modelId="{5970369A-AF37-4219-B20E-15E5D5E2535A}" type="presParOf" srcId="{10D3C1E8-4AF3-4D61-AC0B-D93A2B25E212}" destId="{AD1476D6-1890-4127-BA61-655B8A9D1EC1}" srcOrd="0" destOrd="0" presId="urn:microsoft.com/office/officeart/2009/3/layout/HorizontalOrganizationChart"/>
    <dgm:cxn modelId="{3EEFE0E3-281C-4EEC-B778-B3EDEEFA9762}" type="presParOf" srcId="{10D3C1E8-4AF3-4D61-AC0B-D93A2B25E212}" destId="{8B5C97FB-874E-40D5-AE13-5EE3D53E836A}" srcOrd="1" destOrd="0" presId="urn:microsoft.com/office/officeart/2009/3/layout/HorizontalOrganizationChart"/>
    <dgm:cxn modelId="{BE2928E5-3028-4964-BE6B-1CE31FD9719C}" type="presParOf" srcId="{39E0A674-19E3-472A-897E-B4A3C35C21CD}" destId="{1E4AE094-B3E0-45B1-A77C-C5287AA75A37}" srcOrd="1" destOrd="0" presId="urn:microsoft.com/office/officeart/2009/3/layout/HorizontalOrganizationChart"/>
    <dgm:cxn modelId="{CCD2310D-B595-4EED-832A-5C0525CD3479}" type="presParOf" srcId="{1E4AE094-B3E0-45B1-A77C-C5287AA75A37}" destId="{3D788E36-F957-4F49-8A57-B4B36C3F0142}" srcOrd="0" destOrd="0" presId="urn:microsoft.com/office/officeart/2009/3/layout/HorizontalOrganizationChart"/>
    <dgm:cxn modelId="{2A34297C-C4CB-4C26-96B0-46CB56F738E6}" type="presParOf" srcId="{1E4AE094-B3E0-45B1-A77C-C5287AA75A37}" destId="{FD6B97C8-71CF-4878-BABA-10B1A02444DE}" srcOrd="1" destOrd="0" presId="urn:microsoft.com/office/officeart/2009/3/layout/HorizontalOrganizationChart"/>
    <dgm:cxn modelId="{611D9EBD-0663-429C-A1C5-01D8A3239227}" type="presParOf" srcId="{FD6B97C8-71CF-4878-BABA-10B1A02444DE}" destId="{3D1875A2-AB1E-4957-BF09-DB3DFF1AD34B}" srcOrd="0" destOrd="0" presId="urn:microsoft.com/office/officeart/2009/3/layout/HorizontalOrganizationChart"/>
    <dgm:cxn modelId="{3D2D079C-ABE7-47D3-8B94-89DF00278A49}" type="presParOf" srcId="{3D1875A2-AB1E-4957-BF09-DB3DFF1AD34B}" destId="{80B0731C-C5D8-4807-B9D7-67C3A7F2DDD5}" srcOrd="0" destOrd="0" presId="urn:microsoft.com/office/officeart/2009/3/layout/HorizontalOrganizationChart"/>
    <dgm:cxn modelId="{FDDBC900-26D1-414A-93BC-EB78C3202FAB}" type="presParOf" srcId="{3D1875A2-AB1E-4957-BF09-DB3DFF1AD34B}" destId="{FC483693-DF5F-453A-BAFE-EA9DE66B7E45}" srcOrd="1" destOrd="0" presId="urn:microsoft.com/office/officeart/2009/3/layout/HorizontalOrganizationChart"/>
    <dgm:cxn modelId="{91D65B1F-EA1E-43C7-A14D-DE4088F61AD3}" type="presParOf" srcId="{FD6B97C8-71CF-4878-BABA-10B1A02444DE}" destId="{8A98E554-E417-40C0-9884-7BF39509B9FD}" srcOrd="1" destOrd="0" presId="urn:microsoft.com/office/officeart/2009/3/layout/HorizontalOrganizationChart"/>
    <dgm:cxn modelId="{F4B3A935-763D-47B0-9D7C-7A2B9F6DB6A4}" type="presParOf" srcId="{8A98E554-E417-40C0-9884-7BF39509B9FD}" destId="{3814894B-D0D2-4C6C-955D-63AE63C43532}" srcOrd="0" destOrd="0" presId="urn:microsoft.com/office/officeart/2009/3/layout/HorizontalOrganizationChart"/>
    <dgm:cxn modelId="{36415F77-96A3-41D8-9761-5E7370FE2FD3}" type="presParOf" srcId="{8A98E554-E417-40C0-9884-7BF39509B9FD}" destId="{BF19DFE3-648C-455D-8FB0-664DF384CD05}" srcOrd="1" destOrd="0" presId="urn:microsoft.com/office/officeart/2009/3/layout/HorizontalOrganizationChart"/>
    <dgm:cxn modelId="{4CD57C09-F095-49B9-8083-48B65CEAD0C4}" type="presParOf" srcId="{BF19DFE3-648C-455D-8FB0-664DF384CD05}" destId="{9FA6F764-1144-4130-801B-2D6661EDB76A}" srcOrd="0" destOrd="0" presId="urn:microsoft.com/office/officeart/2009/3/layout/HorizontalOrganizationChart"/>
    <dgm:cxn modelId="{7A7B82B4-234C-474C-9BBC-E2D5B6D633B9}" type="presParOf" srcId="{9FA6F764-1144-4130-801B-2D6661EDB76A}" destId="{451A1881-0596-424A-A8E2-5DEC3E74B776}" srcOrd="0" destOrd="0" presId="urn:microsoft.com/office/officeart/2009/3/layout/HorizontalOrganizationChart"/>
    <dgm:cxn modelId="{5516EAEE-A564-45F2-8B68-A241D21B85D7}" type="presParOf" srcId="{9FA6F764-1144-4130-801B-2D6661EDB76A}" destId="{FE73F5C2-558D-4EB2-922E-44C77C831B31}" srcOrd="1" destOrd="0" presId="urn:microsoft.com/office/officeart/2009/3/layout/HorizontalOrganizationChart"/>
    <dgm:cxn modelId="{656A95BA-C262-434B-AF8B-81DE7AC9F3D2}" type="presParOf" srcId="{BF19DFE3-648C-455D-8FB0-664DF384CD05}" destId="{C7BE2381-FEFD-4C2F-B499-8CDE9F7344E2}" srcOrd="1" destOrd="0" presId="urn:microsoft.com/office/officeart/2009/3/layout/HorizontalOrganizationChart"/>
    <dgm:cxn modelId="{9CDAB63D-92F4-4B64-A590-B787716D6787}" type="presParOf" srcId="{BF19DFE3-648C-455D-8FB0-664DF384CD05}" destId="{2BB86B48-24DC-48CB-9AA9-1EEED7AE8F42}" srcOrd="2" destOrd="0" presId="urn:microsoft.com/office/officeart/2009/3/layout/HorizontalOrganizationChart"/>
    <dgm:cxn modelId="{40029F9D-9F57-42D3-B3FF-96772B7D1D72}" type="presParOf" srcId="{FD6B97C8-71CF-4878-BABA-10B1A02444DE}" destId="{E0FBE759-C67F-4BE4-BC87-D006E5B0ADBB}" srcOrd="2" destOrd="0" presId="urn:microsoft.com/office/officeart/2009/3/layout/HorizontalOrganizationChart"/>
    <dgm:cxn modelId="{E8450FF4-0978-4F1E-80AF-48BBB997AE65}" type="presParOf" srcId="{39E0A674-19E3-472A-897E-B4A3C35C21CD}" destId="{BFB79BBD-D82D-4A88-ADE5-AB83E5F68D9B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EEB2E-B5E8-4887-AE39-AAA4859D4F6D}">
      <dsp:nvSpPr>
        <dsp:cNvPr id="0" name=""/>
        <dsp:cNvSpPr/>
      </dsp:nvSpPr>
      <dsp:spPr>
        <a:xfrm rot="16200000">
          <a:off x="-1073519" y="2141450"/>
          <a:ext cx="3173706" cy="668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89929" bIns="0" numCol="1" spcCol="1270" anchor="t" anchorCtr="0">
          <a:noAutofit/>
        </a:bodyPr>
        <a:lstStyle/>
        <a:p>
          <a:pPr marL="0" lvl="0" indent="0" algn="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Education</a:t>
          </a:r>
        </a:p>
      </dsp:txBody>
      <dsp:txXfrm>
        <a:off x="-1073519" y="2141450"/>
        <a:ext cx="3173706" cy="668895"/>
      </dsp:txXfrm>
    </dsp:sp>
    <dsp:sp modelId="{7D24EDE5-6C1E-4A90-9708-BD10172C2A3D}">
      <dsp:nvSpPr>
        <dsp:cNvPr id="0" name=""/>
        <dsp:cNvSpPr/>
      </dsp:nvSpPr>
      <dsp:spPr>
        <a:xfrm>
          <a:off x="847781" y="889044"/>
          <a:ext cx="3331808" cy="317370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589929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i="1" kern="1200" dirty="0"/>
            <a:t>Stephen F. Austin State University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MS Environmental Science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i="1" kern="1200" dirty="0"/>
            <a:t>University of Illinois Chicago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BS Chemistry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Dallas College (CE’s 2018)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SQL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C#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HTML</a:t>
          </a:r>
        </a:p>
      </dsp:txBody>
      <dsp:txXfrm>
        <a:off x="847781" y="889044"/>
        <a:ext cx="3331808" cy="3173706"/>
      </dsp:txXfrm>
    </dsp:sp>
    <dsp:sp modelId="{94CD3260-659D-4C6A-B286-CE32B7FA2A30}">
      <dsp:nvSpPr>
        <dsp:cNvPr id="0" name=""/>
        <dsp:cNvSpPr/>
      </dsp:nvSpPr>
      <dsp:spPr>
        <a:xfrm>
          <a:off x="178885" y="6103"/>
          <a:ext cx="1337790" cy="13377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4E32BDB-B761-45B2-812D-EC2940C3ACC4}">
      <dsp:nvSpPr>
        <dsp:cNvPr id="0" name=""/>
        <dsp:cNvSpPr/>
      </dsp:nvSpPr>
      <dsp:spPr>
        <a:xfrm rot="16200000">
          <a:off x="3368272" y="2134245"/>
          <a:ext cx="3173706" cy="668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89929" bIns="0" numCol="1" spcCol="1270" anchor="t" anchorCtr="0">
          <a:noAutofit/>
        </a:bodyPr>
        <a:lstStyle/>
        <a:p>
          <a:pPr marL="0" lvl="0" indent="0" algn="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Career</a:t>
          </a:r>
        </a:p>
      </dsp:txBody>
      <dsp:txXfrm>
        <a:off x="3368272" y="2134245"/>
        <a:ext cx="3173706" cy="668895"/>
      </dsp:txXfrm>
    </dsp:sp>
    <dsp:sp modelId="{417D08D5-CB98-4488-8E3A-FCAC39CD481B}">
      <dsp:nvSpPr>
        <dsp:cNvPr id="0" name=""/>
        <dsp:cNvSpPr/>
      </dsp:nvSpPr>
      <dsp:spPr>
        <a:xfrm>
          <a:off x="5292332" y="889044"/>
          <a:ext cx="4207907" cy="3173706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589929" rIns="156464" bIns="15646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Dallas CAD (12 yrs)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QC Division:</a:t>
          </a:r>
        </a:p>
        <a:p>
          <a:pPr marL="514350" lvl="3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 QC Assistant Manager</a:t>
          </a:r>
        </a:p>
        <a:p>
          <a:pPr marL="514350" lvl="3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 Data Analyst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GIS Department:</a:t>
          </a:r>
        </a:p>
        <a:p>
          <a:pPr marL="514350" lvl="3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Developer</a:t>
          </a:r>
          <a:endParaRPr lang="en-US" sz="1700" kern="1200" dirty="0"/>
        </a:p>
        <a:p>
          <a:pPr marL="514350" lvl="3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Specialist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Nacogdoches CAD (3 yrs)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Deed / Map Clerk</a:t>
          </a:r>
        </a:p>
      </dsp:txBody>
      <dsp:txXfrm>
        <a:off x="5292332" y="889044"/>
        <a:ext cx="4207907" cy="3173706"/>
      </dsp:txXfrm>
    </dsp:sp>
    <dsp:sp modelId="{825D4433-CD40-46F7-A74F-B5FE9FAFC554}">
      <dsp:nvSpPr>
        <dsp:cNvPr id="0" name=""/>
        <dsp:cNvSpPr/>
      </dsp:nvSpPr>
      <dsp:spPr>
        <a:xfrm>
          <a:off x="5061486" y="6103"/>
          <a:ext cx="1337790" cy="13377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1FF693-923F-4834-96C9-747EDE32D312}">
      <dsp:nvSpPr>
        <dsp:cNvPr id="0" name=""/>
        <dsp:cNvSpPr/>
      </dsp:nvSpPr>
      <dsp:spPr>
        <a:xfrm>
          <a:off x="3622" y="217813"/>
          <a:ext cx="1244568" cy="109478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C27B74-6312-4D19-93CC-41AE2F10AAB8}">
      <dsp:nvSpPr>
        <dsp:cNvPr id="0" name=""/>
        <dsp:cNvSpPr/>
      </dsp:nvSpPr>
      <dsp:spPr>
        <a:xfrm>
          <a:off x="491836" y="1310312"/>
          <a:ext cx="673349" cy="2235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Chemistry</a:t>
          </a:r>
        </a:p>
      </dsp:txBody>
      <dsp:txXfrm>
        <a:off x="498383" y="1316859"/>
        <a:ext cx="660255" cy="210439"/>
      </dsp:txXfrm>
    </dsp:sp>
    <dsp:sp modelId="{32F04195-4D5F-42DD-A32D-9327E196B23C}">
      <dsp:nvSpPr>
        <dsp:cNvPr id="0" name=""/>
        <dsp:cNvSpPr/>
      </dsp:nvSpPr>
      <dsp:spPr>
        <a:xfrm rot="21540345">
          <a:off x="1416998" y="600486"/>
          <a:ext cx="168845" cy="299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75000"/>
          </a:schemeClr>
        </a:solidFill>
        <a:ln>
          <a:solidFill>
            <a:schemeClr val="accent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417002" y="660735"/>
        <a:ext cx="118192" cy="179432"/>
      </dsp:txXfrm>
    </dsp:sp>
    <dsp:sp modelId="{4C39AA11-DACF-4B31-AD20-CA067BDCDA22}">
      <dsp:nvSpPr>
        <dsp:cNvPr id="0" name=""/>
        <dsp:cNvSpPr/>
      </dsp:nvSpPr>
      <dsp:spPr>
        <a:xfrm>
          <a:off x="1730534" y="187843"/>
          <a:ext cx="1244568" cy="109478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BF122A-480C-4BAF-BA63-5B7A55CCCC1E}">
      <dsp:nvSpPr>
        <dsp:cNvPr id="0" name=""/>
        <dsp:cNvSpPr/>
      </dsp:nvSpPr>
      <dsp:spPr>
        <a:xfrm>
          <a:off x="2081148" y="1220403"/>
          <a:ext cx="948548" cy="3434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Environmental Science</a:t>
          </a:r>
        </a:p>
      </dsp:txBody>
      <dsp:txXfrm>
        <a:off x="2091206" y="1230461"/>
        <a:ext cx="928432" cy="323296"/>
      </dsp:txXfrm>
    </dsp:sp>
    <dsp:sp modelId="{EF41D876-1A07-47E1-90C0-8874E7FA1F35}">
      <dsp:nvSpPr>
        <dsp:cNvPr id="0" name=""/>
        <dsp:cNvSpPr/>
      </dsp:nvSpPr>
      <dsp:spPr>
        <a:xfrm rot="21593741">
          <a:off x="3163031" y="584065"/>
          <a:ext cx="187928" cy="299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75000"/>
          </a:schemeClr>
        </a:solidFill>
        <a:ln>
          <a:solidFill>
            <a:schemeClr val="accent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163031" y="643926"/>
        <a:ext cx="131550" cy="179432"/>
      </dsp:txXfrm>
    </dsp:sp>
    <dsp:sp modelId="{1DF01842-6724-49DD-A009-0E1D4A08AB6A}">
      <dsp:nvSpPr>
        <dsp:cNvPr id="0" name=""/>
        <dsp:cNvSpPr/>
      </dsp:nvSpPr>
      <dsp:spPr>
        <a:xfrm>
          <a:off x="3512040" y="184600"/>
          <a:ext cx="1244568" cy="109478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B9742E-0E34-46C9-9763-A84E16A22B27}">
      <dsp:nvSpPr>
        <dsp:cNvPr id="0" name=""/>
        <dsp:cNvSpPr/>
      </dsp:nvSpPr>
      <dsp:spPr>
        <a:xfrm>
          <a:off x="3977752" y="1210673"/>
          <a:ext cx="718352" cy="3563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Spatial Analysis</a:t>
          </a:r>
        </a:p>
      </dsp:txBody>
      <dsp:txXfrm>
        <a:off x="3988190" y="1221111"/>
        <a:ext cx="697476" cy="335510"/>
      </dsp:txXfrm>
    </dsp:sp>
    <dsp:sp modelId="{F5B3A13A-0D27-459D-BDCE-F1216DBF9C70}">
      <dsp:nvSpPr>
        <dsp:cNvPr id="0" name=""/>
        <dsp:cNvSpPr/>
      </dsp:nvSpPr>
      <dsp:spPr>
        <a:xfrm rot="15626">
          <a:off x="4925428" y="586447"/>
          <a:ext cx="168821" cy="299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75000"/>
          </a:schemeClr>
        </a:solidFill>
        <a:ln>
          <a:solidFill>
            <a:schemeClr val="accent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925428" y="646142"/>
        <a:ext cx="118175" cy="179432"/>
      </dsp:txXfrm>
    </dsp:sp>
    <dsp:sp modelId="{22976878-262D-4206-AE64-5975525CFF1E}">
      <dsp:nvSpPr>
        <dsp:cNvPr id="0" name=""/>
        <dsp:cNvSpPr/>
      </dsp:nvSpPr>
      <dsp:spPr>
        <a:xfrm>
          <a:off x="5238951" y="192449"/>
          <a:ext cx="1244568" cy="109478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FF772-1FA3-4D77-A639-F3589497915E}">
      <dsp:nvSpPr>
        <dsp:cNvPr id="0" name=""/>
        <dsp:cNvSpPr/>
      </dsp:nvSpPr>
      <dsp:spPr>
        <a:xfrm>
          <a:off x="5493429" y="1234222"/>
          <a:ext cx="1140821" cy="32498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Data Analysis</a:t>
          </a:r>
        </a:p>
      </dsp:txBody>
      <dsp:txXfrm>
        <a:off x="5502948" y="1243741"/>
        <a:ext cx="1121783" cy="3059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D3868-3576-4814-9C53-43050FECEEE0}">
      <dsp:nvSpPr>
        <dsp:cNvPr id="0" name=""/>
        <dsp:cNvSpPr/>
      </dsp:nvSpPr>
      <dsp:spPr>
        <a:xfrm>
          <a:off x="3791084" y="3954655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3AB74-4823-4345-B1F4-73CAC006309E}">
      <dsp:nvSpPr>
        <dsp:cNvPr id="0" name=""/>
        <dsp:cNvSpPr/>
      </dsp:nvSpPr>
      <dsp:spPr>
        <a:xfrm>
          <a:off x="3625886" y="4021794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017EC-42D0-4B77-908C-4F2EC5FFA205}">
      <dsp:nvSpPr>
        <dsp:cNvPr id="0" name=""/>
        <dsp:cNvSpPr/>
      </dsp:nvSpPr>
      <dsp:spPr>
        <a:xfrm>
          <a:off x="3457039" y="4077295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D2BE8-0A5A-4D52-B8B8-9E6ECE3874A4}">
      <dsp:nvSpPr>
        <dsp:cNvPr id="0" name=""/>
        <dsp:cNvSpPr/>
      </dsp:nvSpPr>
      <dsp:spPr>
        <a:xfrm>
          <a:off x="3285587" y="4120264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5902D-F8FB-4EC0-84FE-62903616FD4E}">
      <dsp:nvSpPr>
        <dsp:cNvPr id="0" name=""/>
        <dsp:cNvSpPr/>
      </dsp:nvSpPr>
      <dsp:spPr>
        <a:xfrm>
          <a:off x="4692641" y="3304751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91A9A-5095-4725-B0A9-1C8E4988A2EA}">
      <dsp:nvSpPr>
        <dsp:cNvPr id="0" name=""/>
        <dsp:cNvSpPr/>
      </dsp:nvSpPr>
      <dsp:spPr>
        <a:xfrm>
          <a:off x="4561837" y="3437239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83F2E-A66C-4F9F-A51E-CCFD8DDE6AA4}">
      <dsp:nvSpPr>
        <dsp:cNvPr id="0" name=""/>
        <dsp:cNvSpPr/>
      </dsp:nvSpPr>
      <dsp:spPr>
        <a:xfrm>
          <a:off x="5234096" y="2499086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EA50E-160F-4292-AA6C-AB30522788CB}">
      <dsp:nvSpPr>
        <dsp:cNvPr id="0" name=""/>
        <dsp:cNvSpPr/>
      </dsp:nvSpPr>
      <dsp:spPr>
        <a:xfrm>
          <a:off x="5524887" y="1517517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0F6EE-0D45-4F7B-87E8-7B50E114312E}">
      <dsp:nvSpPr>
        <dsp:cNvPr id="0" name=""/>
        <dsp:cNvSpPr/>
      </dsp:nvSpPr>
      <dsp:spPr>
        <a:xfrm>
          <a:off x="5379492" y="356464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AB745F-ECC2-4A1F-83BF-0D30CC13A368}">
      <dsp:nvSpPr>
        <dsp:cNvPr id="0" name=""/>
        <dsp:cNvSpPr/>
      </dsp:nvSpPr>
      <dsp:spPr>
        <a:xfrm>
          <a:off x="5487887" y="272765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51F78A-E19C-41FC-B4ED-C28B01291D82}">
      <dsp:nvSpPr>
        <dsp:cNvPr id="0" name=""/>
        <dsp:cNvSpPr/>
      </dsp:nvSpPr>
      <dsp:spPr>
        <a:xfrm>
          <a:off x="5596282" y="188617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6CE28-7AFF-4C01-97BB-BED1F761BABD}">
      <dsp:nvSpPr>
        <dsp:cNvPr id="0" name=""/>
        <dsp:cNvSpPr/>
      </dsp:nvSpPr>
      <dsp:spPr>
        <a:xfrm>
          <a:off x="5705199" y="272765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E70EC-82E5-4210-A029-EEA9337626E9}">
      <dsp:nvSpPr>
        <dsp:cNvPr id="0" name=""/>
        <dsp:cNvSpPr/>
      </dsp:nvSpPr>
      <dsp:spPr>
        <a:xfrm>
          <a:off x="5813594" y="356464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DA45B-863D-420A-9E47-22F37F999E14}">
      <dsp:nvSpPr>
        <dsp:cNvPr id="0" name=""/>
        <dsp:cNvSpPr/>
      </dsp:nvSpPr>
      <dsp:spPr>
        <a:xfrm>
          <a:off x="5596282" y="365864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1EB02-2480-4F2C-A592-6D8509F5E9D6}">
      <dsp:nvSpPr>
        <dsp:cNvPr id="0" name=""/>
        <dsp:cNvSpPr/>
      </dsp:nvSpPr>
      <dsp:spPr>
        <a:xfrm>
          <a:off x="5596282" y="543110"/>
          <a:ext cx="74521" cy="745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CC1437-BBDB-4C50-9387-0C1A5182298F}">
      <dsp:nvSpPr>
        <dsp:cNvPr id="0" name=""/>
        <dsp:cNvSpPr/>
      </dsp:nvSpPr>
      <dsp:spPr>
        <a:xfrm>
          <a:off x="2871548" y="4263156"/>
          <a:ext cx="1605604" cy="430583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9853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Account</a:t>
          </a:r>
          <a:endParaRPr lang="en-US" sz="1100" kern="1200" dirty="0"/>
        </a:p>
      </dsp:txBody>
      <dsp:txXfrm>
        <a:off x="2892567" y="4284175"/>
        <a:ext cx="1563566" cy="388545"/>
      </dsp:txXfrm>
    </dsp:sp>
    <dsp:sp modelId="{21D73DC1-3253-4890-A367-437CFC79F3B9}">
      <dsp:nvSpPr>
        <dsp:cNvPr id="0" name=""/>
        <dsp:cNvSpPr/>
      </dsp:nvSpPr>
      <dsp:spPr>
        <a:xfrm>
          <a:off x="2426242" y="3841301"/>
          <a:ext cx="744696" cy="74434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4307B0-6E7D-43B6-99A8-BC27D070E2CB}">
      <dsp:nvSpPr>
        <dsp:cNvPr id="0" name=""/>
        <dsp:cNvSpPr/>
      </dsp:nvSpPr>
      <dsp:spPr>
        <a:xfrm>
          <a:off x="4282250" y="3754244"/>
          <a:ext cx="1605604" cy="430583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9853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Property Type</a:t>
          </a:r>
        </a:p>
      </dsp:txBody>
      <dsp:txXfrm>
        <a:off x="4303269" y="3775263"/>
        <a:ext cx="1563566" cy="388545"/>
      </dsp:txXfrm>
    </dsp:sp>
    <dsp:sp modelId="{97213EBD-AF56-496B-BA65-BD5D6E111221}">
      <dsp:nvSpPr>
        <dsp:cNvPr id="0" name=""/>
        <dsp:cNvSpPr/>
      </dsp:nvSpPr>
      <dsp:spPr>
        <a:xfrm>
          <a:off x="3836944" y="3332389"/>
          <a:ext cx="744696" cy="74434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AE040D-0402-4C69-AFF9-C82FEFD8871E}">
      <dsp:nvSpPr>
        <dsp:cNvPr id="0" name=""/>
        <dsp:cNvSpPr/>
      </dsp:nvSpPr>
      <dsp:spPr>
        <a:xfrm>
          <a:off x="5047271" y="3018851"/>
          <a:ext cx="1605604" cy="430583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9853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Neighborhood / Market Area</a:t>
          </a:r>
        </a:p>
      </dsp:txBody>
      <dsp:txXfrm>
        <a:off x="5068290" y="3039870"/>
        <a:ext cx="1563566" cy="388545"/>
      </dsp:txXfrm>
    </dsp:sp>
    <dsp:sp modelId="{FC50990E-FBB0-4038-8F21-E6F8E15ADBF7}">
      <dsp:nvSpPr>
        <dsp:cNvPr id="0" name=""/>
        <dsp:cNvSpPr/>
      </dsp:nvSpPr>
      <dsp:spPr>
        <a:xfrm>
          <a:off x="4601964" y="2596996"/>
          <a:ext cx="744696" cy="744345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440B37-96E5-46DD-BEF0-C8BE425A9450}">
      <dsp:nvSpPr>
        <dsp:cNvPr id="0" name=""/>
        <dsp:cNvSpPr/>
      </dsp:nvSpPr>
      <dsp:spPr>
        <a:xfrm>
          <a:off x="5446978" y="2073537"/>
          <a:ext cx="1605604" cy="430583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9853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Jurisdictional</a:t>
          </a:r>
        </a:p>
      </dsp:txBody>
      <dsp:txXfrm>
        <a:off x="5467997" y="2094556"/>
        <a:ext cx="1563566" cy="388545"/>
      </dsp:txXfrm>
    </dsp:sp>
    <dsp:sp modelId="{EA6D756E-FFA4-415C-AD9F-FFDA45364F48}">
      <dsp:nvSpPr>
        <dsp:cNvPr id="0" name=""/>
        <dsp:cNvSpPr/>
      </dsp:nvSpPr>
      <dsp:spPr>
        <a:xfrm>
          <a:off x="5001672" y="1651682"/>
          <a:ext cx="744696" cy="744345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55C8B-B1F2-4497-8F4C-AC34D4610E75}">
      <dsp:nvSpPr>
        <dsp:cNvPr id="0" name=""/>
        <dsp:cNvSpPr/>
      </dsp:nvSpPr>
      <dsp:spPr>
        <a:xfrm>
          <a:off x="5669501" y="1111215"/>
          <a:ext cx="1605604" cy="430583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9853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CAD Wide</a:t>
          </a:r>
          <a:endParaRPr lang="en-US" sz="1100" kern="1200" dirty="0"/>
        </a:p>
      </dsp:txBody>
      <dsp:txXfrm>
        <a:off x="5690520" y="1132234"/>
        <a:ext cx="1563566" cy="388545"/>
      </dsp:txXfrm>
    </dsp:sp>
    <dsp:sp modelId="{024A56C2-A2B7-4C3C-9B84-8FD15704CFF3}">
      <dsp:nvSpPr>
        <dsp:cNvPr id="0" name=""/>
        <dsp:cNvSpPr/>
      </dsp:nvSpPr>
      <dsp:spPr>
        <a:xfrm>
          <a:off x="5224195" y="689360"/>
          <a:ext cx="744696" cy="744345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14894B-D0D2-4C6C-955D-63AE63C43532}">
      <dsp:nvSpPr>
        <dsp:cNvPr id="0" name=""/>
        <dsp:cNvSpPr/>
      </dsp:nvSpPr>
      <dsp:spPr>
        <a:xfrm>
          <a:off x="4551801" y="6001742"/>
          <a:ext cx="336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6487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788E36-F957-4F49-8A57-B4B36C3F0142}">
      <dsp:nvSpPr>
        <dsp:cNvPr id="0" name=""/>
        <dsp:cNvSpPr/>
      </dsp:nvSpPr>
      <dsp:spPr>
        <a:xfrm>
          <a:off x="2532875" y="6001742"/>
          <a:ext cx="336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6487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566740-F5B5-4A7B-BAAF-5A5443C44DF0}">
      <dsp:nvSpPr>
        <dsp:cNvPr id="0" name=""/>
        <dsp:cNvSpPr/>
      </dsp:nvSpPr>
      <dsp:spPr>
        <a:xfrm>
          <a:off x="4551801" y="5278293"/>
          <a:ext cx="336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6487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49BE82-BF9F-42BE-BBAE-FE4C4B9D9C30}">
      <dsp:nvSpPr>
        <dsp:cNvPr id="0" name=""/>
        <dsp:cNvSpPr/>
      </dsp:nvSpPr>
      <dsp:spPr>
        <a:xfrm>
          <a:off x="2532875" y="4600565"/>
          <a:ext cx="336487" cy="723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8243" y="0"/>
              </a:lnTo>
              <a:lnTo>
                <a:pt x="168243" y="723448"/>
              </a:lnTo>
              <a:lnTo>
                <a:pt x="336487" y="72344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B6F549-D20F-430C-B94C-8F4B35B2EED3}">
      <dsp:nvSpPr>
        <dsp:cNvPr id="0" name=""/>
        <dsp:cNvSpPr/>
      </dsp:nvSpPr>
      <dsp:spPr>
        <a:xfrm>
          <a:off x="4551801" y="4554845"/>
          <a:ext cx="336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6487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E71F53-5766-40C7-B8DE-4D819AA66F39}">
      <dsp:nvSpPr>
        <dsp:cNvPr id="0" name=""/>
        <dsp:cNvSpPr/>
      </dsp:nvSpPr>
      <dsp:spPr>
        <a:xfrm>
          <a:off x="2532875" y="4554845"/>
          <a:ext cx="336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6487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3F4E67-60A4-4FC1-8D43-495FCA399564}">
      <dsp:nvSpPr>
        <dsp:cNvPr id="0" name=""/>
        <dsp:cNvSpPr/>
      </dsp:nvSpPr>
      <dsp:spPr>
        <a:xfrm>
          <a:off x="4551801" y="3831396"/>
          <a:ext cx="336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6487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241297-343A-4190-B07C-7406F0EA32C0}">
      <dsp:nvSpPr>
        <dsp:cNvPr id="0" name=""/>
        <dsp:cNvSpPr/>
      </dsp:nvSpPr>
      <dsp:spPr>
        <a:xfrm>
          <a:off x="2532875" y="3877116"/>
          <a:ext cx="336487" cy="723448"/>
        </a:xfrm>
        <a:custGeom>
          <a:avLst/>
          <a:gdLst/>
          <a:ahLst/>
          <a:cxnLst/>
          <a:rect l="0" t="0" r="0" b="0"/>
          <a:pathLst>
            <a:path>
              <a:moveTo>
                <a:pt x="0" y="723448"/>
              </a:moveTo>
              <a:lnTo>
                <a:pt x="168243" y="723448"/>
              </a:lnTo>
              <a:lnTo>
                <a:pt x="168243" y="0"/>
              </a:lnTo>
              <a:lnTo>
                <a:pt x="336487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BF3D7F-9292-4E50-8C9B-3F5FFAC0C80C}">
      <dsp:nvSpPr>
        <dsp:cNvPr id="0" name=""/>
        <dsp:cNvSpPr/>
      </dsp:nvSpPr>
      <dsp:spPr>
        <a:xfrm>
          <a:off x="6570727" y="3107948"/>
          <a:ext cx="336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6487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C7AC4A-E5A7-4AE7-893C-D687A41A5945}">
      <dsp:nvSpPr>
        <dsp:cNvPr id="0" name=""/>
        <dsp:cNvSpPr/>
      </dsp:nvSpPr>
      <dsp:spPr>
        <a:xfrm>
          <a:off x="4551801" y="3107948"/>
          <a:ext cx="336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6487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8C5BD4-F8D0-4C4E-9EA7-9FD5D8049075}">
      <dsp:nvSpPr>
        <dsp:cNvPr id="0" name=""/>
        <dsp:cNvSpPr/>
      </dsp:nvSpPr>
      <dsp:spPr>
        <a:xfrm>
          <a:off x="2532875" y="2249358"/>
          <a:ext cx="336487" cy="904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8243" y="0"/>
              </a:lnTo>
              <a:lnTo>
                <a:pt x="168243" y="904310"/>
              </a:lnTo>
              <a:lnTo>
                <a:pt x="336487" y="90431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A00B71-A2C4-4365-A8CC-0CB9F6718845}">
      <dsp:nvSpPr>
        <dsp:cNvPr id="0" name=""/>
        <dsp:cNvSpPr/>
      </dsp:nvSpPr>
      <dsp:spPr>
        <a:xfrm>
          <a:off x="6570727" y="2384500"/>
          <a:ext cx="336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6487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3A657E-A9E5-4450-B1AD-2B15DAAE49D9}">
      <dsp:nvSpPr>
        <dsp:cNvPr id="0" name=""/>
        <dsp:cNvSpPr/>
      </dsp:nvSpPr>
      <dsp:spPr>
        <a:xfrm>
          <a:off x="4551801" y="1345047"/>
          <a:ext cx="336487" cy="1085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8243" y="0"/>
              </a:lnTo>
              <a:lnTo>
                <a:pt x="168243" y="1085172"/>
              </a:lnTo>
              <a:lnTo>
                <a:pt x="336487" y="108517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38F9D0-BF0D-4471-AE9F-C03DF3D714BF}">
      <dsp:nvSpPr>
        <dsp:cNvPr id="0" name=""/>
        <dsp:cNvSpPr/>
      </dsp:nvSpPr>
      <dsp:spPr>
        <a:xfrm>
          <a:off x="6570727" y="1661051"/>
          <a:ext cx="336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6487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0D9B7C-AC01-416B-AFF0-C3A39131A70A}">
      <dsp:nvSpPr>
        <dsp:cNvPr id="0" name=""/>
        <dsp:cNvSpPr/>
      </dsp:nvSpPr>
      <dsp:spPr>
        <a:xfrm>
          <a:off x="4551801" y="1345047"/>
          <a:ext cx="336487" cy="3617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8243" y="0"/>
              </a:lnTo>
              <a:lnTo>
                <a:pt x="168243" y="361724"/>
              </a:lnTo>
              <a:lnTo>
                <a:pt x="336487" y="36172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8B57D7-67EE-40AA-918A-355D30EBCF42}">
      <dsp:nvSpPr>
        <dsp:cNvPr id="0" name=""/>
        <dsp:cNvSpPr/>
      </dsp:nvSpPr>
      <dsp:spPr>
        <a:xfrm>
          <a:off x="6570727" y="937603"/>
          <a:ext cx="336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6487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D975E8-7FE8-4E61-ADAD-74CFD07DF8E5}">
      <dsp:nvSpPr>
        <dsp:cNvPr id="0" name=""/>
        <dsp:cNvSpPr/>
      </dsp:nvSpPr>
      <dsp:spPr>
        <a:xfrm>
          <a:off x="4551801" y="983323"/>
          <a:ext cx="336487" cy="361724"/>
        </a:xfrm>
        <a:custGeom>
          <a:avLst/>
          <a:gdLst/>
          <a:ahLst/>
          <a:cxnLst/>
          <a:rect l="0" t="0" r="0" b="0"/>
          <a:pathLst>
            <a:path>
              <a:moveTo>
                <a:pt x="0" y="361724"/>
              </a:moveTo>
              <a:lnTo>
                <a:pt x="168243" y="361724"/>
              </a:lnTo>
              <a:lnTo>
                <a:pt x="168243" y="0"/>
              </a:lnTo>
              <a:lnTo>
                <a:pt x="336487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F68713-827F-466D-8EEF-DFFF3F63F0F9}">
      <dsp:nvSpPr>
        <dsp:cNvPr id="0" name=""/>
        <dsp:cNvSpPr/>
      </dsp:nvSpPr>
      <dsp:spPr>
        <a:xfrm>
          <a:off x="6570727" y="214154"/>
          <a:ext cx="336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6487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ED504C-5AAB-4EA5-93CC-CE64C6D8B987}">
      <dsp:nvSpPr>
        <dsp:cNvPr id="0" name=""/>
        <dsp:cNvSpPr/>
      </dsp:nvSpPr>
      <dsp:spPr>
        <a:xfrm>
          <a:off x="4551801" y="259874"/>
          <a:ext cx="336487" cy="1085172"/>
        </a:xfrm>
        <a:custGeom>
          <a:avLst/>
          <a:gdLst/>
          <a:ahLst/>
          <a:cxnLst/>
          <a:rect l="0" t="0" r="0" b="0"/>
          <a:pathLst>
            <a:path>
              <a:moveTo>
                <a:pt x="0" y="1085172"/>
              </a:moveTo>
              <a:lnTo>
                <a:pt x="168243" y="1085172"/>
              </a:lnTo>
              <a:lnTo>
                <a:pt x="168243" y="0"/>
              </a:lnTo>
              <a:lnTo>
                <a:pt x="336487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F5CD99-9129-42D9-B6AF-31FEC0019680}">
      <dsp:nvSpPr>
        <dsp:cNvPr id="0" name=""/>
        <dsp:cNvSpPr/>
      </dsp:nvSpPr>
      <dsp:spPr>
        <a:xfrm>
          <a:off x="2532875" y="1345047"/>
          <a:ext cx="336487" cy="904310"/>
        </a:xfrm>
        <a:custGeom>
          <a:avLst/>
          <a:gdLst/>
          <a:ahLst/>
          <a:cxnLst/>
          <a:rect l="0" t="0" r="0" b="0"/>
          <a:pathLst>
            <a:path>
              <a:moveTo>
                <a:pt x="0" y="904310"/>
              </a:moveTo>
              <a:lnTo>
                <a:pt x="168243" y="904310"/>
              </a:lnTo>
              <a:lnTo>
                <a:pt x="168243" y="0"/>
              </a:lnTo>
              <a:lnTo>
                <a:pt x="336487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C2084-BB8D-46AF-9DA2-CCD51FDCC742}">
      <dsp:nvSpPr>
        <dsp:cNvPr id="0" name=""/>
        <dsp:cNvSpPr/>
      </dsp:nvSpPr>
      <dsp:spPr>
        <a:xfrm>
          <a:off x="850437" y="1992786"/>
          <a:ext cx="1682438" cy="5131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</a:rPr>
            <a:t>Oversight Agencies</a:t>
          </a:r>
          <a:endParaRPr lang="en-US" sz="1400" kern="1200" dirty="0">
            <a:latin typeface="+mn-lt"/>
          </a:endParaRPr>
        </a:p>
      </dsp:txBody>
      <dsp:txXfrm>
        <a:off x="850437" y="1992786"/>
        <a:ext cx="1682438" cy="513143"/>
      </dsp:txXfrm>
    </dsp:sp>
    <dsp:sp modelId="{7240494A-19C0-4010-8116-B264A4ED9E06}">
      <dsp:nvSpPr>
        <dsp:cNvPr id="0" name=""/>
        <dsp:cNvSpPr/>
      </dsp:nvSpPr>
      <dsp:spPr>
        <a:xfrm>
          <a:off x="2869363" y="1088475"/>
          <a:ext cx="1682438" cy="5131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</a:rPr>
            <a:t>Property Tax Assistance Division (PTAD)</a:t>
          </a:r>
        </a:p>
      </dsp:txBody>
      <dsp:txXfrm>
        <a:off x="2869363" y="1088475"/>
        <a:ext cx="1682438" cy="513143"/>
      </dsp:txXfrm>
    </dsp:sp>
    <dsp:sp modelId="{1B1FB3C0-42B5-4723-B869-C6F1A151E89A}">
      <dsp:nvSpPr>
        <dsp:cNvPr id="0" name=""/>
        <dsp:cNvSpPr/>
      </dsp:nvSpPr>
      <dsp:spPr>
        <a:xfrm>
          <a:off x="4888289" y="3303"/>
          <a:ext cx="1682438" cy="5131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  <a:hlinkClick xmlns:r="http://schemas.openxmlformats.org/officeDocument/2006/relationships" r:id="rId1"/>
            </a:rPr>
            <a:t>Appraisal Data (EARS)</a:t>
          </a:r>
          <a:endParaRPr lang="en-US" sz="1400" kern="1200" noProof="1">
            <a:latin typeface="+mn-lt"/>
          </a:endParaRPr>
        </a:p>
      </dsp:txBody>
      <dsp:txXfrm>
        <a:off x="4888289" y="3303"/>
        <a:ext cx="1682438" cy="513143"/>
      </dsp:txXfrm>
    </dsp:sp>
    <dsp:sp modelId="{15028947-AF2B-417E-91C1-265004CAFD09}">
      <dsp:nvSpPr>
        <dsp:cNvPr id="0" name=""/>
        <dsp:cNvSpPr/>
      </dsp:nvSpPr>
      <dsp:spPr>
        <a:xfrm>
          <a:off x="6907215" y="3303"/>
          <a:ext cx="1682438" cy="5131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</a:rPr>
            <a:t>Annually</a:t>
          </a:r>
        </a:p>
      </dsp:txBody>
      <dsp:txXfrm>
        <a:off x="6907215" y="3303"/>
        <a:ext cx="1682438" cy="513143"/>
      </dsp:txXfrm>
    </dsp:sp>
    <dsp:sp modelId="{2D73AFAB-7BED-4276-976C-DCC7B22BECF6}">
      <dsp:nvSpPr>
        <dsp:cNvPr id="0" name=""/>
        <dsp:cNvSpPr/>
      </dsp:nvSpPr>
      <dsp:spPr>
        <a:xfrm>
          <a:off x="4888289" y="726751"/>
          <a:ext cx="1682438" cy="5131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  <a:hlinkClick xmlns:r="http://schemas.openxmlformats.org/officeDocument/2006/relationships" r:id="rId2"/>
            </a:rPr>
            <a:t>Property Value Study (PVS)</a:t>
          </a:r>
          <a:endParaRPr lang="en-US" sz="1400" kern="1200" noProof="1">
            <a:latin typeface="+mn-lt"/>
          </a:endParaRPr>
        </a:p>
      </dsp:txBody>
      <dsp:txXfrm>
        <a:off x="4888289" y="726751"/>
        <a:ext cx="1682438" cy="513143"/>
      </dsp:txXfrm>
    </dsp:sp>
    <dsp:sp modelId="{13B80830-2B76-451D-A698-ACC71B5EFB38}">
      <dsp:nvSpPr>
        <dsp:cNvPr id="0" name=""/>
        <dsp:cNvSpPr/>
      </dsp:nvSpPr>
      <dsp:spPr>
        <a:xfrm>
          <a:off x="6907215" y="726751"/>
          <a:ext cx="1682438" cy="5131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</a:rPr>
            <a:t>Even Years</a:t>
          </a:r>
        </a:p>
      </dsp:txBody>
      <dsp:txXfrm>
        <a:off x="6907215" y="726751"/>
        <a:ext cx="1682438" cy="513143"/>
      </dsp:txXfrm>
    </dsp:sp>
    <dsp:sp modelId="{66454A87-E094-4B5F-918F-352D81F4BDF2}">
      <dsp:nvSpPr>
        <dsp:cNvPr id="0" name=""/>
        <dsp:cNvSpPr/>
      </dsp:nvSpPr>
      <dsp:spPr>
        <a:xfrm>
          <a:off x="4888289" y="1450199"/>
          <a:ext cx="1682438" cy="5131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  <a:hlinkClick xmlns:r="http://schemas.openxmlformats.org/officeDocument/2006/relationships" r:id="rId3"/>
            </a:rPr>
            <a:t>Ratio Study</a:t>
          </a:r>
          <a:endParaRPr lang="en-US" sz="1400" kern="1200" noProof="1">
            <a:latin typeface="+mn-lt"/>
          </a:endParaRPr>
        </a:p>
      </dsp:txBody>
      <dsp:txXfrm>
        <a:off x="4888289" y="1450199"/>
        <a:ext cx="1682438" cy="513143"/>
      </dsp:txXfrm>
    </dsp:sp>
    <dsp:sp modelId="{C25B3D64-654B-44BB-ABDF-B77E2E858E97}">
      <dsp:nvSpPr>
        <dsp:cNvPr id="0" name=""/>
        <dsp:cNvSpPr/>
      </dsp:nvSpPr>
      <dsp:spPr>
        <a:xfrm>
          <a:off x="6907215" y="1450199"/>
          <a:ext cx="1682438" cy="5131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</a:rPr>
            <a:t>Even Years</a:t>
          </a:r>
        </a:p>
      </dsp:txBody>
      <dsp:txXfrm>
        <a:off x="6907215" y="1450199"/>
        <a:ext cx="1682438" cy="513143"/>
      </dsp:txXfrm>
    </dsp:sp>
    <dsp:sp modelId="{EB89FCC3-43D3-454B-8148-6C0E5C855EF0}">
      <dsp:nvSpPr>
        <dsp:cNvPr id="0" name=""/>
        <dsp:cNvSpPr/>
      </dsp:nvSpPr>
      <dsp:spPr>
        <a:xfrm>
          <a:off x="4888289" y="2173648"/>
          <a:ext cx="1682438" cy="5131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  <a:hlinkClick xmlns:r="http://schemas.openxmlformats.org/officeDocument/2006/relationships" r:id="rId4"/>
            </a:rPr>
            <a:t>Methods and Assistance Program (MAP)</a:t>
          </a:r>
          <a:endParaRPr lang="en-US" sz="1400" kern="1200" noProof="1">
            <a:latin typeface="+mn-lt"/>
          </a:endParaRPr>
        </a:p>
      </dsp:txBody>
      <dsp:txXfrm>
        <a:off x="4888289" y="2173648"/>
        <a:ext cx="1682438" cy="513143"/>
      </dsp:txXfrm>
    </dsp:sp>
    <dsp:sp modelId="{C6A9DC27-9084-48CA-963A-9BD79B93AC99}">
      <dsp:nvSpPr>
        <dsp:cNvPr id="0" name=""/>
        <dsp:cNvSpPr/>
      </dsp:nvSpPr>
      <dsp:spPr>
        <a:xfrm>
          <a:off x="6907215" y="2173648"/>
          <a:ext cx="1682438" cy="5131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</a:rPr>
            <a:t>Odd Years</a:t>
          </a:r>
        </a:p>
      </dsp:txBody>
      <dsp:txXfrm>
        <a:off x="6907215" y="2173648"/>
        <a:ext cx="1682438" cy="513143"/>
      </dsp:txXfrm>
    </dsp:sp>
    <dsp:sp modelId="{A0110318-F588-4DD0-AC02-39A4F99F2E01}">
      <dsp:nvSpPr>
        <dsp:cNvPr id="0" name=""/>
        <dsp:cNvSpPr/>
      </dsp:nvSpPr>
      <dsp:spPr>
        <a:xfrm>
          <a:off x="2869363" y="2897096"/>
          <a:ext cx="1682438" cy="5131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</a:rPr>
            <a:t>Municpal Bond Auditors</a:t>
          </a:r>
        </a:p>
      </dsp:txBody>
      <dsp:txXfrm>
        <a:off x="2869363" y="2897096"/>
        <a:ext cx="1682438" cy="513143"/>
      </dsp:txXfrm>
    </dsp:sp>
    <dsp:sp modelId="{644E60F4-319B-4C13-886C-8172F35B6094}">
      <dsp:nvSpPr>
        <dsp:cNvPr id="0" name=""/>
        <dsp:cNvSpPr/>
      </dsp:nvSpPr>
      <dsp:spPr>
        <a:xfrm>
          <a:off x="4888289" y="2897096"/>
          <a:ext cx="1682438" cy="513143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solidFill>
                <a:prstClr val="white"/>
              </a:solidFill>
              <a:latin typeface="+mn-lt"/>
              <a:ea typeface="+mn-ea"/>
              <a:cs typeface="+mn-cs"/>
              <a:hlinkClick xmlns:r="http://schemas.openxmlformats.org/officeDocument/2006/relationships" r:id="rId5" action="ppaction://hlinkfile"/>
            </a:rPr>
            <a:t>Audit Verification Requests</a:t>
          </a:r>
          <a:endParaRPr lang="en-US" sz="1400" kern="1200" noProof="1">
            <a:solidFill>
              <a:prstClr val="white"/>
            </a:solidFill>
            <a:latin typeface="+mn-lt"/>
            <a:ea typeface="+mn-ea"/>
            <a:cs typeface="+mn-cs"/>
          </a:endParaRPr>
        </a:p>
      </dsp:txBody>
      <dsp:txXfrm>
        <a:off x="4888289" y="2897096"/>
        <a:ext cx="1682438" cy="513143"/>
      </dsp:txXfrm>
    </dsp:sp>
    <dsp:sp modelId="{6B0C082D-10F3-4C8C-A7D0-0C95BA89E3D1}">
      <dsp:nvSpPr>
        <dsp:cNvPr id="0" name=""/>
        <dsp:cNvSpPr/>
      </dsp:nvSpPr>
      <dsp:spPr>
        <a:xfrm>
          <a:off x="6907215" y="2897096"/>
          <a:ext cx="1682438" cy="513143"/>
        </a:xfrm>
        <a:prstGeom prst="rect">
          <a:avLst/>
        </a:prstGeom>
        <a:solidFill>
          <a:schemeClr val="accent6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solidFill>
                <a:prstClr val="white"/>
              </a:solidFill>
              <a:latin typeface="+mn-lt"/>
              <a:ea typeface="+mn-ea"/>
              <a:cs typeface="+mn-cs"/>
            </a:rPr>
            <a:t>Annually</a:t>
          </a:r>
        </a:p>
      </dsp:txBody>
      <dsp:txXfrm>
        <a:off x="6907215" y="2897096"/>
        <a:ext cx="1682438" cy="513143"/>
      </dsp:txXfrm>
    </dsp:sp>
    <dsp:sp modelId="{ED11A1FF-C8DE-4B43-ABD5-FB272E271782}">
      <dsp:nvSpPr>
        <dsp:cNvPr id="0" name=""/>
        <dsp:cNvSpPr/>
      </dsp:nvSpPr>
      <dsp:spPr>
        <a:xfrm>
          <a:off x="850437" y="4343993"/>
          <a:ext cx="1682438" cy="5131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</a:rPr>
            <a:t>Taxing Jurisdictions</a:t>
          </a:r>
        </a:p>
      </dsp:txBody>
      <dsp:txXfrm>
        <a:off x="850437" y="4343993"/>
        <a:ext cx="1682438" cy="513143"/>
      </dsp:txXfrm>
    </dsp:sp>
    <dsp:sp modelId="{066D1EAC-9082-44DB-B655-8B5AABC63487}">
      <dsp:nvSpPr>
        <dsp:cNvPr id="0" name=""/>
        <dsp:cNvSpPr/>
      </dsp:nvSpPr>
      <dsp:spPr>
        <a:xfrm>
          <a:off x="2869363" y="3620545"/>
          <a:ext cx="1682438" cy="513143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solidFill>
                <a:prstClr val="white"/>
              </a:solidFill>
              <a:latin typeface="+mn-lt"/>
              <a:ea typeface="+mn-ea"/>
              <a:cs typeface="+mn-cs"/>
              <a:hlinkClick xmlns:r="http://schemas.openxmlformats.org/officeDocument/2006/relationships" r:id="rId6"/>
            </a:rPr>
            <a:t>Certified Appraisal Roll</a:t>
          </a:r>
          <a:endParaRPr lang="en-US" sz="1400" kern="1200" noProof="1">
            <a:solidFill>
              <a:prstClr val="white"/>
            </a:solidFill>
            <a:latin typeface="+mn-lt"/>
            <a:ea typeface="+mn-ea"/>
            <a:cs typeface="+mn-cs"/>
          </a:endParaRPr>
        </a:p>
      </dsp:txBody>
      <dsp:txXfrm>
        <a:off x="2869363" y="3620545"/>
        <a:ext cx="1682438" cy="513143"/>
      </dsp:txXfrm>
    </dsp:sp>
    <dsp:sp modelId="{1A67E04D-0E7F-44BC-A1D8-3B3995E501F7}">
      <dsp:nvSpPr>
        <dsp:cNvPr id="0" name=""/>
        <dsp:cNvSpPr/>
      </dsp:nvSpPr>
      <dsp:spPr>
        <a:xfrm>
          <a:off x="4888289" y="3620545"/>
          <a:ext cx="1682438" cy="513143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</a:rPr>
            <a:t>Annually</a:t>
          </a:r>
        </a:p>
      </dsp:txBody>
      <dsp:txXfrm>
        <a:off x="4888289" y="3620545"/>
        <a:ext cx="1682438" cy="513143"/>
      </dsp:txXfrm>
    </dsp:sp>
    <dsp:sp modelId="{EF3C4D92-2CC9-4637-934E-37B73E385FDC}">
      <dsp:nvSpPr>
        <dsp:cNvPr id="0" name=""/>
        <dsp:cNvSpPr/>
      </dsp:nvSpPr>
      <dsp:spPr>
        <a:xfrm>
          <a:off x="2869363" y="4343993"/>
          <a:ext cx="1682438" cy="513143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  <a:hlinkClick xmlns:r="http://schemas.openxmlformats.org/officeDocument/2006/relationships" r:id="rId6"/>
            </a:rPr>
            <a:t>Supplemental Appraisal </a:t>
          </a:r>
          <a:r>
            <a:rPr lang="en-US" sz="1400" kern="1200" noProof="1">
              <a:solidFill>
                <a:prstClr val="white"/>
              </a:solidFill>
              <a:latin typeface="+mn-lt"/>
              <a:ea typeface="+mn-ea"/>
              <a:cs typeface="+mn-cs"/>
              <a:hlinkClick xmlns:r="http://schemas.openxmlformats.org/officeDocument/2006/relationships" r:id="rId6"/>
            </a:rPr>
            <a:t>Roll</a:t>
          </a:r>
          <a:endParaRPr lang="en-US" sz="1400" kern="1200" noProof="1">
            <a:solidFill>
              <a:prstClr val="white"/>
            </a:solidFill>
            <a:latin typeface="+mn-lt"/>
            <a:ea typeface="+mn-ea"/>
            <a:cs typeface="+mn-cs"/>
          </a:endParaRPr>
        </a:p>
      </dsp:txBody>
      <dsp:txXfrm>
        <a:off x="2869363" y="4343993"/>
        <a:ext cx="1682438" cy="513143"/>
      </dsp:txXfrm>
    </dsp:sp>
    <dsp:sp modelId="{E22AED63-5E2D-4F41-A0AD-B3D32B00B3A5}">
      <dsp:nvSpPr>
        <dsp:cNvPr id="0" name=""/>
        <dsp:cNvSpPr/>
      </dsp:nvSpPr>
      <dsp:spPr>
        <a:xfrm>
          <a:off x="4888289" y="4343993"/>
          <a:ext cx="1682438" cy="513143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</a:rPr>
            <a:t>Monthly</a:t>
          </a:r>
        </a:p>
      </dsp:txBody>
      <dsp:txXfrm>
        <a:off x="4888289" y="4343993"/>
        <a:ext cx="1682438" cy="513143"/>
      </dsp:txXfrm>
    </dsp:sp>
    <dsp:sp modelId="{EFD5170C-5957-4FC7-9710-78980EC07B14}">
      <dsp:nvSpPr>
        <dsp:cNvPr id="0" name=""/>
        <dsp:cNvSpPr/>
      </dsp:nvSpPr>
      <dsp:spPr>
        <a:xfrm>
          <a:off x="2869363" y="5067441"/>
          <a:ext cx="1682438" cy="513143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  <a:hlinkClick xmlns:r="http://schemas.openxmlformats.org/officeDocument/2006/relationships" r:id="rId7" action="ppaction://hlinkfile"/>
            </a:rPr>
            <a:t>Ad Hoc Requests</a:t>
          </a:r>
          <a:endParaRPr lang="en-US" sz="1400" kern="1200" noProof="1">
            <a:latin typeface="+mn-lt"/>
          </a:endParaRPr>
        </a:p>
      </dsp:txBody>
      <dsp:txXfrm>
        <a:off x="2869363" y="5067441"/>
        <a:ext cx="1682438" cy="513143"/>
      </dsp:txXfrm>
    </dsp:sp>
    <dsp:sp modelId="{B02F9A94-A407-412A-83C0-F890F38EC47C}">
      <dsp:nvSpPr>
        <dsp:cNvPr id="0" name=""/>
        <dsp:cNvSpPr/>
      </dsp:nvSpPr>
      <dsp:spPr>
        <a:xfrm>
          <a:off x="4888289" y="5067441"/>
          <a:ext cx="1682438" cy="513143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1">
              <a:latin typeface="+mn-lt"/>
            </a:rPr>
            <a:t>Intermittently</a:t>
          </a:r>
          <a:endParaRPr lang="en-US" sz="1400" kern="1200" dirty="0">
            <a:latin typeface="+mn-lt"/>
          </a:endParaRPr>
        </a:p>
      </dsp:txBody>
      <dsp:txXfrm>
        <a:off x="4888289" y="5067441"/>
        <a:ext cx="1682438" cy="513143"/>
      </dsp:txXfrm>
    </dsp:sp>
    <dsp:sp modelId="{AD1476D6-1890-4127-BA61-655B8A9D1EC1}">
      <dsp:nvSpPr>
        <dsp:cNvPr id="0" name=""/>
        <dsp:cNvSpPr/>
      </dsp:nvSpPr>
      <dsp:spPr>
        <a:xfrm>
          <a:off x="850437" y="5790890"/>
          <a:ext cx="1682438" cy="513143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+mn-lt"/>
            </a:rPr>
            <a:t>Internal</a:t>
          </a:r>
          <a:endParaRPr lang="en-US" sz="1400" kern="1200" dirty="0">
            <a:latin typeface="+mn-lt"/>
          </a:endParaRPr>
        </a:p>
      </dsp:txBody>
      <dsp:txXfrm>
        <a:off x="850437" y="5790890"/>
        <a:ext cx="1682438" cy="513143"/>
      </dsp:txXfrm>
    </dsp:sp>
    <dsp:sp modelId="{80B0731C-C5D8-4807-B9D7-67C3A7F2DDD5}">
      <dsp:nvSpPr>
        <dsp:cNvPr id="0" name=""/>
        <dsp:cNvSpPr/>
      </dsp:nvSpPr>
      <dsp:spPr>
        <a:xfrm>
          <a:off x="2869363" y="5790890"/>
          <a:ext cx="1682438" cy="513143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+mn-lt"/>
              <a:hlinkClick xmlns:r="http://schemas.openxmlformats.org/officeDocument/2006/relationships" r:id="rId8" action="ppaction://hlinkfile"/>
            </a:rPr>
            <a:t>Statistical Analysis</a:t>
          </a:r>
          <a:endParaRPr lang="en-US" sz="1400" kern="1200" dirty="0">
            <a:latin typeface="+mn-lt"/>
          </a:endParaRPr>
        </a:p>
      </dsp:txBody>
      <dsp:txXfrm>
        <a:off x="2869363" y="5790890"/>
        <a:ext cx="1682438" cy="513143"/>
      </dsp:txXfrm>
    </dsp:sp>
    <dsp:sp modelId="{451A1881-0596-424A-A8E2-5DEC3E74B776}">
      <dsp:nvSpPr>
        <dsp:cNvPr id="0" name=""/>
        <dsp:cNvSpPr/>
      </dsp:nvSpPr>
      <dsp:spPr>
        <a:xfrm>
          <a:off x="4888289" y="5790890"/>
          <a:ext cx="1682438" cy="513143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+mn-lt"/>
            </a:rPr>
            <a:t>Semi-annually</a:t>
          </a:r>
        </a:p>
      </dsp:txBody>
      <dsp:txXfrm>
        <a:off x="4888289" y="5790890"/>
        <a:ext cx="1682438" cy="513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254 counties 253 appraisal districts potter-</a:t>
            </a:r>
            <a:r>
              <a:rPr lang="en-US"/>
              <a:t>randall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freestock.com/free-videos/time-lapse-construction-site-big-billboard-4701287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lamoadvalorem.com/texas-property-tax-rates-determining-your-tax-bill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1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rawpixel.com/image/380181/free-photo-image-business-report-planni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the-power-of-data-analytics" TargetMode="External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-sa/3.0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kadoosedu.ir/product/power-query/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 fontScale="90000"/>
          </a:bodyPr>
          <a:lstStyle/>
          <a:p>
            <a:r>
              <a:rPr lang="en-US" b="1" dirty="0"/>
              <a:t>DCAD Practical Data Application</a:t>
            </a:r>
            <a:br>
              <a:rPr lang="en-US" b="1" dirty="0"/>
            </a:br>
            <a:br>
              <a:rPr lang="en-US" b="1" dirty="0"/>
            </a:br>
            <a:r>
              <a:rPr lang="en-US" sz="1600" b="1" dirty="0"/>
              <a:t>William Welles</a:t>
            </a:r>
            <a:br>
              <a:rPr lang="en-US" sz="1600" b="1" dirty="0"/>
            </a:br>
            <a:r>
              <a:rPr lang="en-US" sz="1600" b="1" dirty="0"/>
              <a:t>Assistant Manager | Quality Control</a:t>
            </a:r>
            <a:br>
              <a:rPr lang="en-US" sz="1600" b="1" dirty="0"/>
            </a:br>
            <a:r>
              <a:rPr lang="en-US" sz="1600" b="1" dirty="0"/>
              <a:t>214.819.2392</a:t>
            </a:r>
            <a:br>
              <a:rPr lang="en-US" sz="1600" b="1" dirty="0"/>
            </a:br>
            <a:r>
              <a:rPr lang="en-US" sz="1600" b="1" dirty="0"/>
              <a:t>wellesw@dcad.org</a:t>
            </a:r>
            <a:endParaRPr lang="en-US" dirty="0"/>
          </a:p>
        </p:txBody>
      </p:sp>
      <p:pic>
        <p:nvPicPr>
          <p:cNvPr id="8" name="Picture 7" descr="A city skyline at dusk&#10;&#10;AI-generated content may be incorrect.">
            <a:extLst>
              <a:ext uri="{FF2B5EF4-FFF2-40B4-BE49-F238E27FC236}">
                <a16:creationId xmlns:a16="http://schemas.microsoft.com/office/drawing/2014/main" id="{561974E0-9807-424B-C66B-4634D9FA4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5042" r="24865" b="-1"/>
          <a:stretch>
            <a:fillRect/>
          </a:stretch>
        </p:blipFill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25" y="153868"/>
            <a:ext cx="11332493" cy="1432561"/>
          </a:xfrm>
        </p:spPr>
        <p:txBody>
          <a:bodyPr anchor="ctr">
            <a:normAutofit/>
          </a:bodyPr>
          <a:lstStyle/>
          <a:p>
            <a:r>
              <a:rPr lang="en-US" dirty="0"/>
              <a:t>About Me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786444AB-A92E-A273-E5AB-34AAAC1886E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129906048"/>
              </p:ext>
            </p:extLst>
          </p:nvPr>
        </p:nvGraphicFramePr>
        <p:xfrm>
          <a:off x="1256437" y="2512243"/>
          <a:ext cx="9679125" cy="4068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46813"/>
            <a:ext cx="631825" cy="29527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E0CC7AB-6D22-9E85-CDAB-781E1B3C77E7}"/>
              </a:ext>
            </a:extLst>
          </p:cNvPr>
          <p:cNvSpPr txBox="1">
            <a:spLocks/>
          </p:cNvSpPr>
          <p:nvPr/>
        </p:nvSpPr>
        <p:spPr>
          <a:xfrm>
            <a:off x="914400" y="4345757"/>
            <a:ext cx="5181600" cy="1900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1DF354C-66C2-22D1-3F8E-7929EB78EF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8275735"/>
              </p:ext>
            </p:extLst>
          </p:nvPr>
        </p:nvGraphicFramePr>
        <p:xfrm>
          <a:off x="2777063" y="1152315"/>
          <a:ext cx="6637874" cy="1751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80641"/>
            <a:ext cx="5181600" cy="2830346"/>
          </a:xfrm>
        </p:spPr>
        <p:txBody>
          <a:bodyPr>
            <a:normAutofit/>
          </a:bodyPr>
          <a:lstStyle/>
          <a:p>
            <a:r>
              <a:rPr lang="en-US" sz="3600" dirty="0"/>
              <a:t>Property Valuation </a:t>
            </a:r>
            <a:br>
              <a:rPr lang="en-US" dirty="0"/>
            </a:br>
            <a:br>
              <a:rPr lang="en-US" dirty="0"/>
            </a:br>
            <a:r>
              <a:rPr lang="en-US" sz="2400" i="1" dirty="0">
                <a:solidFill>
                  <a:schemeClr val="bg1">
                    <a:lumMod val="75000"/>
                  </a:schemeClr>
                </a:solidFill>
              </a:rPr>
              <a:t>the accidental profession</a:t>
            </a: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Picture Placeholder 5" descr="A person using a calculator&#10;&#10;AI-generated content may be incorrect.">
            <a:extLst>
              <a:ext uri="{FF2B5EF4-FFF2-40B4-BE49-F238E27FC236}">
                <a16:creationId xmlns:a16="http://schemas.microsoft.com/office/drawing/2014/main" id="{05F18CD2-714B-1988-B089-A19A7ED18F5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326" r="2032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18" y="365125"/>
            <a:ext cx="5710137" cy="1629601"/>
          </a:xfrm>
        </p:spPr>
        <p:txBody>
          <a:bodyPr anchor="ctr">
            <a:normAutofit/>
          </a:bodyPr>
          <a:lstStyle/>
          <a:p>
            <a:r>
              <a:rPr lang="en-US" dirty="0"/>
              <a:t>What is a Central Appraisal District?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9118" y="1994726"/>
            <a:ext cx="4992709" cy="3747180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Political subdivision of the State of Texas with a mandate to value property for all tax jurisdictions within the appraisal districts boundaries. All tax jurisdictions shall use the valuations set by the CAD for all ad valorem tax levies.</a:t>
            </a:r>
          </a:p>
          <a:p>
            <a:r>
              <a:rPr lang="en-US" i="1" dirty="0"/>
              <a:t>CAD valuations are delivered to Tax Offices to apply tax levies and collect revenue.</a:t>
            </a:r>
          </a:p>
          <a:p>
            <a:r>
              <a:rPr lang="en-US" i="1" dirty="0"/>
              <a:t>The Texas Comptroller Property Tax Assistance Division (PTAD) has oversight of the CAD.</a:t>
            </a:r>
          </a:p>
          <a:p>
            <a:endParaRPr lang="en-US" i="1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5D91661-037A-ECB3-7904-2C3843A98D9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/>
        </p:blipFill>
        <p:spPr>
          <a:xfrm>
            <a:off x="6096000" y="457419"/>
            <a:ext cx="5437991" cy="5943161"/>
          </a:xfrm>
          <a:noFill/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E23F9A7-C485-5A71-EFE2-46B51C438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053715"/>
          </a:xfrm>
        </p:spPr>
        <p:txBody>
          <a:bodyPr anchor="b">
            <a:normAutofit/>
          </a:bodyPr>
          <a:lstStyle/>
          <a:p>
            <a:r>
              <a:rPr lang="en-US" dirty="0"/>
              <a:t>Mass appraisal runs on data </a:t>
            </a:r>
          </a:p>
        </p:txBody>
      </p:sp>
      <p:pic>
        <p:nvPicPr>
          <p:cNvPr id="6" name="Picture 5" descr="Office building overlayed with stock market graphs">
            <a:extLst>
              <a:ext uri="{FF2B5EF4-FFF2-40B4-BE49-F238E27FC236}">
                <a16:creationId xmlns:a16="http://schemas.microsoft.com/office/drawing/2014/main" id="{96DB610B-0E76-21BD-9EFF-CE1B87D214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889"/>
          <a:stretch>
            <a:fillRect/>
          </a:stretch>
        </p:blipFill>
        <p:spPr>
          <a:xfrm>
            <a:off x="20" y="10"/>
            <a:ext cx="6095980" cy="685799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3557116"/>
            <a:ext cx="5761055" cy="2925600"/>
          </a:xfrm>
        </p:spPr>
        <p:txBody>
          <a:bodyPr>
            <a:normAutofit lnSpcReduction="10000"/>
          </a:bodyPr>
          <a:lstStyle/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High Volume</a:t>
            </a:r>
            <a:r>
              <a:rPr lang="en-US" sz="1600" cap="none" dirty="0"/>
              <a:t>: Over 800k accounts to value each year. 70k deed transactions, 50k BPP renditions, and over 300k property value protests.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cap="none" dirty="0"/>
              <a:t>Valuation Modeling</a:t>
            </a:r>
            <a:r>
              <a:rPr lang="en-US" sz="1600" cap="none" dirty="0"/>
              <a:t>: Appraisers collect data from the field annually. </a:t>
            </a:r>
            <a:r>
              <a:rPr lang="en-US" sz="1600" dirty="0"/>
              <a:t>Property attributes are updated and used to build models for valuation (Cost Approach)</a:t>
            </a:r>
            <a:endParaRPr lang="en-US" sz="1600" cap="none" dirty="0"/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cap="none" dirty="0"/>
              <a:t>Sales Trends</a:t>
            </a:r>
            <a:r>
              <a:rPr lang="en-US" sz="1600" cap="none" dirty="0"/>
              <a:t>: Properties that have sufficient comparable sales are revalued (Sales Approach)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cap="none" dirty="0"/>
              <a:t>Income Producing Properties</a:t>
            </a:r>
            <a:r>
              <a:rPr lang="en-US" sz="1600" cap="none" dirty="0"/>
              <a:t>: Use of income and expense data can be used to determine fair market value (Income Approach) 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>
            <a:normAutofit/>
          </a:bodyPr>
          <a:lstStyle/>
          <a:p>
            <a:r>
              <a:rPr lang="en-US" sz="4000" dirty="0"/>
              <a:t>More to appraisal than valuation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E30546E-D63D-6DD8-4DA7-41DD51A44C2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2311" r="22311"/>
          <a:stretch/>
        </p:blipFill>
        <p:spPr>
          <a:xfrm>
            <a:off x="0" y="0"/>
            <a:ext cx="609600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4172990"/>
            <a:ext cx="4896677" cy="2309726"/>
          </a:xfrm>
        </p:spPr>
        <p:txBody>
          <a:bodyPr/>
          <a:lstStyle/>
          <a:p>
            <a:r>
              <a:rPr lang="en-US" noProof="1"/>
              <a:t>Institutional Stakeholder Reporting</a:t>
            </a: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A6D3-3CB3-EEA3-C4E2-D2168A35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Grain  | Change in perspective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E49FB7-2FA6-08AA-BA13-F33004407532}"/>
              </a:ext>
            </a:extLst>
          </p:cNvPr>
          <p:cNvSpPr/>
          <p:nvPr/>
        </p:nvSpPr>
        <p:spPr>
          <a:xfrm>
            <a:off x="2499361" y="4136571"/>
            <a:ext cx="7917628" cy="228720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Appraisal Divisions</a:t>
            </a:r>
          </a:p>
          <a:p>
            <a:pPr algn="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Appraiser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F76611-88AB-9E41-6B78-4A2B2B6D3BBA}"/>
              </a:ext>
            </a:extLst>
          </p:cNvPr>
          <p:cNvSpPr/>
          <p:nvPr/>
        </p:nvSpPr>
        <p:spPr>
          <a:xfrm>
            <a:off x="4188823" y="1654629"/>
            <a:ext cx="6228164" cy="243542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Quality Control</a:t>
            </a:r>
          </a:p>
          <a:p>
            <a:pPr algn="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Analyst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65CFD24-5374-4892-81F2-4E8BD8F8AF7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152698826"/>
              </p:ext>
            </p:extLst>
          </p:nvPr>
        </p:nvGraphicFramePr>
        <p:xfrm>
          <a:off x="444137" y="1541417"/>
          <a:ext cx="9701349" cy="4882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72D37-0119-E019-F8D0-7EB6ED62E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5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08101" y="2522836"/>
            <a:ext cx="5310206" cy="734796"/>
          </a:xfrm>
        </p:spPr>
        <p:txBody>
          <a:bodyPr>
            <a:normAutofit/>
          </a:bodyPr>
          <a:lstStyle/>
          <a:p>
            <a:r>
              <a:rPr lang="en-US" sz="2800" dirty="0"/>
              <a:t>Institutional Stakeholders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0B269C-FE4F-BAD2-5745-312457A50EA3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698890475"/>
              </p:ext>
            </p:extLst>
          </p:nvPr>
        </p:nvGraphicFramePr>
        <p:xfrm>
          <a:off x="914400" y="235131"/>
          <a:ext cx="9440091" cy="6307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46813"/>
            <a:ext cx="631825" cy="29527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31873D5-5ABB-270C-BF97-BF1D364FE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86" y="315913"/>
            <a:ext cx="11341054" cy="1330008"/>
          </a:xfrm>
        </p:spPr>
        <p:txBody>
          <a:bodyPr/>
          <a:lstStyle/>
          <a:p>
            <a:r>
              <a:rPr lang="en-US" dirty="0"/>
              <a:t>Smarter not Harder</a:t>
            </a:r>
          </a:p>
        </p:txBody>
      </p:sp>
      <p:pic>
        <p:nvPicPr>
          <p:cNvPr id="1026" name="Picture 2" descr="winnie the pooh&quot; Meme Templates - Imgflip">
            <a:extLst>
              <a:ext uri="{FF2B5EF4-FFF2-40B4-BE49-F238E27FC236}">
                <a16:creationId xmlns:a16="http://schemas.microsoft.com/office/drawing/2014/main" id="{C693979C-72C5-1526-9EDC-F2C5E88DB550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86" y="1784599"/>
            <a:ext cx="3041786" cy="451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FF856D-48B0-B8E1-600B-FFDE36B6D84F}"/>
              </a:ext>
            </a:extLst>
          </p:cNvPr>
          <p:cNvSpPr/>
          <p:nvPr/>
        </p:nvSpPr>
        <p:spPr>
          <a:xfrm>
            <a:off x="1846217" y="1784599"/>
            <a:ext cx="7393578" cy="11414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Copy and paste from source materials to build tables / reports in Excel and Word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260A04-A890-1DE2-11C8-6901385614DC}"/>
              </a:ext>
            </a:extLst>
          </p:cNvPr>
          <p:cNvSpPr/>
          <p:nvPr/>
        </p:nvSpPr>
        <p:spPr>
          <a:xfrm>
            <a:off x="1846216" y="2926080"/>
            <a:ext cx="7393577" cy="11160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Storing data in an RDBMS and use SQL and other modern automation tools like power query and/or scripting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C93031B-CE62-052B-FE1E-104B95CCAC27}"/>
              </a:ext>
            </a:extLst>
          </p:cNvPr>
          <p:cNvSpPr/>
          <p:nvPr/>
        </p:nvSpPr>
        <p:spPr>
          <a:xfrm>
            <a:off x="1846216" y="4042093"/>
            <a:ext cx="7393577" cy="11414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 a data analysis server in a version-controlled environment with repeated reports stored as views / functions pulling from source data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8E21908-2756-7C73-7DD8-91AFA970E220}"/>
              </a:ext>
            </a:extLst>
          </p:cNvPr>
          <p:cNvSpPr/>
          <p:nvPr/>
        </p:nvSpPr>
        <p:spPr>
          <a:xfrm>
            <a:off x="2006079" y="5183574"/>
            <a:ext cx="7233714" cy="11414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Manually typing out data into a new report by hand from a printout</a:t>
            </a:r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FF76-19CB-8375-1F27-A6D3C0EA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2106202"/>
            <a:ext cx="5585717" cy="1894066"/>
          </a:xfrm>
        </p:spPr>
        <p:txBody>
          <a:bodyPr>
            <a:normAutofit fontScale="90000"/>
          </a:bodyPr>
          <a:lstStyle/>
          <a:p>
            <a:r>
              <a:rPr lang="en-US" dirty="0"/>
              <a:t>Estimated Value Report (EVR) Audit</a:t>
            </a:r>
          </a:p>
        </p:txBody>
      </p:sp>
      <p:pic>
        <p:nvPicPr>
          <p:cNvPr id="6" name="Picture Placeholder 5" descr="A person giving a presentation to a group of people&#10;&#10;AI-generated content may be incorrect.">
            <a:extLst>
              <a:ext uri="{FF2B5EF4-FFF2-40B4-BE49-F238E27FC236}">
                <a16:creationId xmlns:a16="http://schemas.microsoft.com/office/drawing/2014/main" id="{133BE143-BB05-1613-FC25-24589351784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6450" r="26450"/>
          <a:stretch/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A0F67-1DA1-F2E8-032C-E6A380E6DC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You are a new QC data analyst.</a:t>
            </a:r>
          </a:p>
          <a:p>
            <a:endParaRPr lang="en-US" dirty="0"/>
          </a:p>
          <a:p>
            <a:r>
              <a:rPr lang="en-US" dirty="0"/>
              <a:t>Review the 2025 Highland Park ISD EVR and verify that the report matches the data contained in the DCAD database.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81CCB-7C76-2DB3-EAF0-203CCCBEC603}"/>
              </a:ext>
            </a:extLst>
          </p:cNvPr>
          <p:cNvSpPr txBox="1"/>
          <p:nvPr/>
        </p:nvSpPr>
        <p:spPr>
          <a:xfrm>
            <a:off x="0" y="684784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iabac.org/blog/the-power-of-data-analytics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125155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19DFD0-159F-DFA9-9F4D-0B45B756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21ACE-7BD4-36E9-68BB-F6AF30392F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4541856" cy="41557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Verify the following fields on the EVR</a:t>
            </a:r>
          </a:p>
          <a:p>
            <a:pPr lvl="1"/>
            <a:r>
              <a:rPr lang="en-US" dirty="0"/>
              <a:t>Jurisdiction Totals Box Fields</a:t>
            </a:r>
          </a:p>
          <a:p>
            <a:pPr lvl="2"/>
            <a:r>
              <a:rPr lang="en-US" dirty="0"/>
              <a:t>Parcels, Land Value, Improvement Value, BPP Mkt Val, Capped Loss, Tot Mkt Val</a:t>
            </a:r>
          </a:p>
          <a:p>
            <a:pPr lvl="1"/>
            <a:r>
              <a:rPr lang="en-US" dirty="0"/>
              <a:t>Partial Exemptions </a:t>
            </a:r>
          </a:p>
          <a:p>
            <a:pPr lvl="2"/>
            <a:r>
              <a:rPr lang="en-US" dirty="0"/>
              <a:t>Homestead</a:t>
            </a:r>
          </a:p>
          <a:p>
            <a:pPr lvl="2"/>
            <a:r>
              <a:rPr lang="en-US" dirty="0"/>
              <a:t>Over 65</a:t>
            </a:r>
          </a:p>
          <a:p>
            <a:pPr lvl="2"/>
            <a:r>
              <a:rPr lang="en-US" dirty="0"/>
              <a:t>Disabled Persons</a:t>
            </a:r>
          </a:p>
          <a:p>
            <a:pPr lvl="2"/>
            <a:r>
              <a:rPr lang="en-US" dirty="0"/>
              <a:t>Disabled Vet</a:t>
            </a:r>
          </a:p>
          <a:p>
            <a:pPr lvl="2"/>
            <a:r>
              <a:rPr lang="en-US" dirty="0"/>
              <a:t>Pollution Control</a:t>
            </a:r>
          </a:p>
          <a:p>
            <a:pPr lvl="1"/>
            <a:r>
              <a:rPr lang="en-US" dirty="0"/>
              <a:t>Total Exemption</a:t>
            </a:r>
          </a:p>
          <a:p>
            <a:pPr lvl="2"/>
            <a:r>
              <a:rPr lang="en-US" dirty="0"/>
              <a:t>Sum of all Total Exemption types (they aren’t split out in the DB)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BA1AB-00C0-9632-46D8-4C4AFBBFC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733177-833B-6BB9-C3E0-A79C113B2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255" y="1188401"/>
            <a:ext cx="6372161" cy="415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2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548E-1176-9B53-747D-9D68B387E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8F0827-C3A5-43B8-90FA-B48219A0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Walkthrough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072C0-AB09-E00C-6F7B-5E7171DB5C1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Review EVR</a:t>
            </a:r>
          </a:p>
          <a:p>
            <a:pPr lvl="1"/>
            <a:r>
              <a:rPr lang="en-US" dirty="0"/>
              <a:t>Jurisdiction level aggregation report</a:t>
            </a:r>
          </a:p>
          <a:p>
            <a:pPr lvl="1"/>
            <a:r>
              <a:rPr lang="en-US" dirty="0"/>
              <a:t>Provides Total Value, Exemptions, and Taxable Value</a:t>
            </a:r>
          </a:p>
          <a:p>
            <a:pPr lvl="1"/>
            <a:r>
              <a:rPr lang="en-US" dirty="0"/>
              <a:t>The upper ‘boxes’ are jurisdiction total values</a:t>
            </a:r>
          </a:p>
          <a:p>
            <a:pPr lvl="1"/>
            <a:r>
              <a:rPr lang="en-US" dirty="0"/>
              <a:t>Exemptions are split out by type and their amounts are listed in the ‘Exemption Amount’ column.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857BBA0-3ADC-78D6-FE8E-D4B70B1A6A3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Review Data Dictionary (ERD)</a:t>
            </a:r>
          </a:p>
          <a:p>
            <a:pPr lvl="1"/>
            <a:r>
              <a:rPr lang="en-US" dirty="0"/>
              <a:t>Which group of tables do we need?</a:t>
            </a:r>
          </a:p>
          <a:p>
            <a:pPr lvl="1"/>
            <a:r>
              <a:rPr lang="en-US" dirty="0"/>
              <a:t>What columns contain the information we need?</a:t>
            </a:r>
          </a:p>
          <a:p>
            <a:r>
              <a:rPr lang="en-US" dirty="0"/>
              <a:t>Domain knowledge about how data is stored</a:t>
            </a:r>
          </a:p>
          <a:p>
            <a:pPr lvl="1"/>
            <a:r>
              <a:rPr lang="en-US" dirty="0"/>
              <a:t>Improvement value is the difference between market value and land value</a:t>
            </a:r>
          </a:p>
          <a:p>
            <a:pPr lvl="1"/>
            <a:r>
              <a:rPr lang="en-US" dirty="0"/>
              <a:t>The capped value of properties are stored, not the cap loss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4772D-BBBF-5D48-7F31-41DBA8AF1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79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40B401-D6F5-D652-1446-83597CFA2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Jurisdiction totals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13677F-8E25-CCD5-BB99-065697E9C7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Table(s)</a:t>
            </a:r>
          </a:p>
          <a:p>
            <a:pPr lvl="1"/>
            <a:r>
              <a:rPr lang="en-US" dirty="0"/>
              <a:t>25account_apprl_yr</a:t>
            </a:r>
          </a:p>
          <a:p>
            <a:pPr lvl="1"/>
            <a:r>
              <a:rPr lang="en-US" dirty="0"/>
              <a:t>25account_exempt_value</a:t>
            </a:r>
          </a:p>
          <a:p>
            <a:r>
              <a:rPr lang="en-US" dirty="0"/>
              <a:t>Do we need to filter our data?</a:t>
            </a:r>
          </a:p>
          <a:p>
            <a:r>
              <a:rPr lang="en-US" dirty="0"/>
              <a:t>Use aggregation functions to find our answers</a:t>
            </a:r>
          </a:p>
          <a:p>
            <a:pPr lvl="1"/>
            <a:r>
              <a:rPr lang="en-US" dirty="0"/>
              <a:t>Count([</a:t>
            </a:r>
            <a:r>
              <a:rPr lang="en-US" dirty="0" err="1"/>
              <a:t>field_name</a:t>
            </a:r>
            <a:r>
              <a:rPr lang="en-US" dirty="0"/>
              <a:t>]) for parcel count</a:t>
            </a:r>
          </a:p>
          <a:p>
            <a:pPr lvl="1"/>
            <a:r>
              <a:rPr lang="en-US" dirty="0"/>
              <a:t>Sum([</a:t>
            </a:r>
            <a:r>
              <a:rPr lang="en-US" dirty="0" err="1"/>
              <a:t>field_name</a:t>
            </a:r>
            <a:r>
              <a:rPr lang="en-US" dirty="0"/>
              <a:t>]) for totals</a:t>
            </a:r>
          </a:p>
          <a:p>
            <a:r>
              <a:rPr lang="en-US" dirty="0"/>
              <a:t>How do we find Improvement Value?</a:t>
            </a:r>
          </a:p>
          <a:p>
            <a:r>
              <a:rPr lang="en-US" dirty="0"/>
              <a:t>How do we find BPP value?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89629A-0E21-A457-5A9D-3469EED3F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22" y="850710"/>
            <a:ext cx="2000250" cy="22193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AA44E41-FA13-0D46-F1F6-190DCD3E2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850710"/>
            <a:ext cx="2257425" cy="2981325"/>
          </a:xfrm>
          <a:prstGeom prst="rect">
            <a:avLst/>
          </a:prstGeo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699731C-84D6-5D8A-DDB0-9F0F8413FB0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-3034" t="-1379" r="-3150" b="-1221"/>
          <a:stretch>
            <a:fillRect/>
          </a:stretch>
        </p:blipFill>
        <p:spPr>
          <a:xfrm>
            <a:off x="6095998" y="0"/>
            <a:ext cx="6096001" cy="684748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102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6ECE-A479-1BBE-E8F6-9A47C6716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0A802A-FB44-9360-580F-84A1DAE75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Exemptions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88F55-85C4-77E3-B8DB-D99E8BCB0B5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Tables?</a:t>
            </a:r>
          </a:p>
          <a:p>
            <a:pPr lvl="1"/>
            <a:r>
              <a:rPr lang="en-US" dirty="0"/>
              <a:t>25account_apprl_yr</a:t>
            </a:r>
          </a:p>
          <a:p>
            <a:pPr lvl="1"/>
            <a:r>
              <a:rPr lang="en-US" dirty="0"/>
              <a:t>25acct_exempt_value</a:t>
            </a:r>
          </a:p>
          <a:p>
            <a:r>
              <a:rPr lang="en-US" dirty="0"/>
              <a:t>Do we still need to filter our data?</a:t>
            </a:r>
          </a:p>
          <a:p>
            <a:r>
              <a:rPr lang="en-US" dirty="0"/>
              <a:t>How can we calculate ‘other exemptions’?</a:t>
            </a:r>
          </a:p>
          <a:p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095773D-1767-8ADD-74AF-AF846579333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2515" t="-110" r="-1" b="-3438"/>
          <a:stretch>
            <a:fillRect/>
          </a:stretch>
        </p:blipFill>
        <p:spPr>
          <a:xfrm>
            <a:off x="7686988" y="0"/>
            <a:ext cx="4505011" cy="686888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4ACA09-FDEB-0B3F-372B-BDFFD804D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55" y="4211306"/>
            <a:ext cx="3076575" cy="14097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C07C7C-E66F-3E06-5CBB-407EEE03E28B}"/>
              </a:ext>
            </a:extLst>
          </p:cNvPr>
          <p:cNvCxnSpPr>
            <a:cxnSpLocks/>
          </p:cNvCxnSpPr>
          <p:nvPr/>
        </p:nvCxnSpPr>
        <p:spPr>
          <a:xfrm flipV="1">
            <a:off x="4629830" y="4672484"/>
            <a:ext cx="3328465" cy="2904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EAA46B9-2ADB-3A5F-64EE-692C8006C86E}"/>
              </a:ext>
            </a:extLst>
          </p:cNvPr>
          <p:cNvSpPr/>
          <p:nvPr/>
        </p:nvSpPr>
        <p:spPr>
          <a:xfrm>
            <a:off x="8048730" y="4099727"/>
            <a:ext cx="2954215" cy="126609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636A8-C1E1-92CB-5D3D-DC88C3941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CF9AB-44F3-665C-A808-DE3B6BC049F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Aggregate functions</a:t>
            </a:r>
          </a:p>
          <a:p>
            <a:pPr lvl="1"/>
            <a:r>
              <a:rPr lang="en-US" dirty="0"/>
              <a:t>SUM(), COUNT()</a:t>
            </a:r>
          </a:p>
          <a:p>
            <a:r>
              <a:rPr lang="en-US" dirty="0"/>
              <a:t>CASE statements</a:t>
            </a:r>
          </a:p>
          <a:p>
            <a:r>
              <a:rPr lang="en-US" dirty="0"/>
              <a:t>Inner queries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52E5C-4C51-5CE7-4714-6A9C1610F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03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7AD6B9-AF2C-E4D6-5D6E-515D54FB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Average Single Family Residence</a:t>
            </a:r>
          </a:p>
        </p:txBody>
      </p:sp>
      <p:pic>
        <p:nvPicPr>
          <p:cNvPr id="8" name="Picture Placeholder 7" descr="A computer screen with graph and chart on it&#10;&#10;AI-generated content may be incorrect.">
            <a:extLst>
              <a:ext uri="{FF2B5EF4-FFF2-40B4-BE49-F238E27FC236}">
                <a16:creationId xmlns:a16="http://schemas.microsoft.com/office/drawing/2014/main" id="{A268E53C-AF74-85AB-100D-9D24A4C83FF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356" r="20356"/>
          <a:stretch>
            <a:fillRect/>
          </a:stretch>
        </p:blipFill>
        <p:spPr/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6E1FFC-4000-8891-C7F4-B95A1EA2D9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Walkthrough of how to create a formatted report from a SQL query in Excel</a:t>
            </a:r>
          </a:p>
        </p:txBody>
      </p:sp>
    </p:spTree>
    <p:extLst>
      <p:ext uri="{BB962C8B-B14F-4D97-AF65-F5344CB8AC3E}">
        <p14:creationId xmlns:p14="http://schemas.microsoft.com/office/powerpoint/2010/main" val="1836620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0D5E-C046-F84B-3A8D-14C2C7BD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avg_sfr_24_23.sql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9C972D-5E0B-52B2-2057-C36B29AE6EE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62351" y="1560196"/>
            <a:ext cx="5162550" cy="32861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3FD3A-C32B-E21D-7A8A-246DE16F8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268A35-D786-316A-3C7A-23FB7FE8D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364" y="1495426"/>
            <a:ext cx="3515964" cy="3350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844F50-E5DF-6F1E-90DA-CA1FCCDE1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2641" y="1495426"/>
            <a:ext cx="3137008" cy="33508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94435F-8232-CD6D-7D34-3CFD7D58F2B3}"/>
              </a:ext>
            </a:extLst>
          </p:cNvPr>
          <p:cNvSpPr txBox="1"/>
          <p:nvPr/>
        </p:nvSpPr>
        <p:spPr>
          <a:xfrm>
            <a:off x="592853" y="4983982"/>
            <a:ext cx="91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query and save export to avg_sfr.csv</a:t>
            </a:r>
          </a:p>
        </p:txBody>
      </p:sp>
    </p:spTree>
    <p:extLst>
      <p:ext uri="{BB962C8B-B14F-4D97-AF65-F5344CB8AC3E}">
        <p14:creationId xmlns:p14="http://schemas.microsoft.com/office/powerpoint/2010/main" val="3012574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3D7B-6D3F-DCB7-C9B6-A6FB283A0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FC56C-114F-A152-45EF-AD1A5A397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D4C43-7537-59FA-7B98-C5E7E0226D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Aggregate functions</a:t>
            </a:r>
          </a:p>
          <a:p>
            <a:pPr lvl="1"/>
            <a:r>
              <a:rPr lang="en-US" dirty="0"/>
              <a:t>SUM(), COUNT()</a:t>
            </a:r>
          </a:p>
          <a:p>
            <a:r>
              <a:rPr lang="en-US" dirty="0"/>
              <a:t>Common Table Expressions (CTE)</a:t>
            </a:r>
          </a:p>
          <a:p>
            <a:r>
              <a:rPr lang="en-US" dirty="0"/>
              <a:t>Excel</a:t>
            </a:r>
          </a:p>
          <a:p>
            <a:pPr lvl="1"/>
            <a:r>
              <a:rPr lang="en-US" dirty="0"/>
              <a:t>Power Query</a:t>
            </a:r>
          </a:p>
          <a:p>
            <a:pPr lvl="1"/>
            <a:r>
              <a:rPr lang="en-US" dirty="0" err="1"/>
              <a:t>Vlookup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B8FC1-FF2B-39E1-C3D3-2138500B0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446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Questions, comments?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William Welles</a:t>
            </a:r>
            <a:br>
              <a:rPr lang="en-US" b="1" dirty="0"/>
            </a:br>
            <a:r>
              <a:rPr lang="en-US" b="1" dirty="0"/>
              <a:t>Assistant Manager | Quality Control</a:t>
            </a:r>
            <a:br>
              <a:rPr lang="en-US" b="1" dirty="0"/>
            </a:br>
            <a:r>
              <a:rPr lang="en-US" b="1" dirty="0"/>
              <a:t>214.819.2392</a:t>
            </a:r>
            <a:br>
              <a:rPr lang="en-US" b="1" dirty="0"/>
            </a:br>
            <a:r>
              <a:rPr lang="en-US" b="1" dirty="0"/>
              <a:t>wellesw@dcad.org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{036648F8-68BE-4625-B02A-B3303FB0BD0D}TF44172dc5-d19e-4d2a-aaf3-e2c69a283fd81f4275d0_win32-950e754c5494</Template>
  <TotalTime>919</TotalTime>
  <Words>843</Words>
  <Application>Microsoft Office PowerPoint</Application>
  <PresentationFormat>Widescreen</PresentationFormat>
  <Paragraphs>165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Tenorite</vt:lpstr>
      <vt:lpstr>Custom</vt:lpstr>
      <vt:lpstr>DCAD Practical Data Application  William Welles Assistant Manager | Quality Control 214.819.2392 wellesw@dcad.org</vt:lpstr>
      <vt:lpstr>About Me</vt:lpstr>
      <vt:lpstr>Property Valuation   the accidental profession</vt:lpstr>
      <vt:lpstr>What is a Central Appraisal District?</vt:lpstr>
      <vt:lpstr>Mass appraisal runs on data </vt:lpstr>
      <vt:lpstr>More to appraisal than valuation</vt:lpstr>
      <vt:lpstr>Data Grain  | Change in perspective</vt:lpstr>
      <vt:lpstr>Institutional Stakeholders</vt:lpstr>
      <vt:lpstr>Smarter not Harder</vt:lpstr>
      <vt:lpstr>Estimated Value Report (EVR) Audit</vt:lpstr>
      <vt:lpstr>Audit Objectives</vt:lpstr>
      <vt:lpstr>Audit Walkthrough</vt:lpstr>
      <vt:lpstr>Jurisdiction totals</vt:lpstr>
      <vt:lpstr>Exemptions</vt:lpstr>
      <vt:lpstr>Review Topics</vt:lpstr>
      <vt:lpstr>Average Single Family Residence</vt:lpstr>
      <vt:lpstr>Review avg_sfr_24_23.sql</vt:lpstr>
      <vt:lpstr>Review Topics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Welles</dc:creator>
  <cp:lastModifiedBy>William Welles</cp:lastModifiedBy>
  <cp:revision>55</cp:revision>
  <dcterms:created xsi:type="dcterms:W3CDTF">2025-11-19T19:32:46Z</dcterms:created>
  <dcterms:modified xsi:type="dcterms:W3CDTF">2025-11-20T13:52:29Z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